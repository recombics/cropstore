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6" r:id="rId3"/>
    <p:sldId id="258" r:id="rId4"/>
    <p:sldId id="260" r:id="rId5"/>
    <p:sldId id="257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6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67" d="100"/>
          <a:sy n="67" d="100"/>
        </p:scale>
        <p:origin x="1392" y="60"/>
      </p:cViewPr>
      <p:guideLst>
        <p:guide orient="horz" pos="2160"/>
        <p:guide pos="260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27E337-2F18-ED4D-8417-50307C63B699}" type="doc">
      <dgm:prSet loTypeId="urn:microsoft.com/office/officeart/2005/8/layout/hierarchy1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438DD06-1920-0F4F-B335-529FB9EB3CCD}">
      <dgm:prSet phldrT="[Text]"/>
      <dgm:spPr/>
      <dgm:t>
        <a:bodyPr/>
        <a:lstStyle/>
        <a:p>
          <a:r>
            <a:rPr lang="en-US" dirty="0" smtClean="0"/>
            <a:t>Disease </a:t>
          </a:r>
          <a:r>
            <a:rPr lang="en-US" dirty="0" smtClean="0">
              <a:solidFill>
                <a:srgbClr val="948A54"/>
              </a:solidFill>
            </a:rPr>
            <a:t>&amp;</a:t>
          </a:r>
          <a:r>
            <a:rPr lang="en-US" dirty="0" smtClean="0"/>
            <a:t> </a:t>
          </a:r>
          <a:r>
            <a:rPr lang="en-US" dirty="0" smtClean="0">
              <a:solidFill>
                <a:schemeClr val="bg2">
                  <a:lumMod val="50000"/>
                </a:schemeClr>
              </a:solidFill>
            </a:rPr>
            <a:t>disorder</a:t>
          </a:r>
          <a:endParaRPr lang="en-US" dirty="0">
            <a:solidFill>
              <a:schemeClr val="bg2">
                <a:lumMod val="50000"/>
              </a:schemeClr>
            </a:solidFill>
          </a:endParaRPr>
        </a:p>
      </dgm:t>
    </dgm:pt>
    <dgm:pt modelId="{474F68C4-E96F-104F-9802-5D7AE68E5AC7}" type="parTrans" cxnId="{507BE2E6-0657-7C41-B9C2-C3ACF546BB36}">
      <dgm:prSet/>
      <dgm:spPr/>
      <dgm:t>
        <a:bodyPr/>
        <a:lstStyle/>
        <a:p>
          <a:endParaRPr lang="en-US"/>
        </a:p>
      </dgm:t>
    </dgm:pt>
    <dgm:pt modelId="{6529E9A0-9C7C-EF47-8701-8C357493B1C5}" type="sibTrans" cxnId="{507BE2E6-0657-7C41-B9C2-C3ACF546BB36}">
      <dgm:prSet/>
      <dgm:spPr/>
      <dgm:t>
        <a:bodyPr/>
        <a:lstStyle/>
        <a:p>
          <a:endParaRPr lang="en-US"/>
        </a:p>
      </dgm:t>
    </dgm:pt>
    <dgm:pt modelId="{83A4FFFC-F355-DD45-B16D-B294168FAF40}">
      <dgm:prSet phldrT="[Text]"/>
      <dgm:spPr/>
      <dgm:t>
        <a:bodyPr/>
        <a:lstStyle/>
        <a:p>
          <a:r>
            <a:rPr lang="en-US" dirty="0" smtClean="0">
              <a:solidFill>
                <a:srgbClr val="948A54"/>
              </a:solidFill>
            </a:rPr>
            <a:t>biotic factor </a:t>
          </a:r>
          <a:r>
            <a:rPr lang="en-US" dirty="0" smtClean="0"/>
            <a:t>/pathogen</a:t>
          </a:r>
          <a:endParaRPr lang="en-US" dirty="0"/>
        </a:p>
      </dgm:t>
    </dgm:pt>
    <dgm:pt modelId="{A0C69801-2634-CE44-8813-10DCBCC0B641}" type="parTrans" cxnId="{A725037D-DD4C-6F4F-8974-94D82C6D8BC8}">
      <dgm:prSet/>
      <dgm:spPr/>
      <dgm:t>
        <a:bodyPr/>
        <a:lstStyle/>
        <a:p>
          <a:endParaRPr lang="en-US"/>
        </a:p>
      </dgm:t>
    </dgm:pt>
    <dgm:pt modelId="{25B94FFD-6C38-D441-9127-E80FAC009A9E}" type="sibTrans" cxnId="{A725037D-DD4C-6F4F-8974-94D82C6D8BC8}">
      <dgm:prSet/>
      <dgm:spPr/>
      <dgm:t>
        <a:bodyPr/>
        <a:lstStyle/>
        <a:p>
          <a:endParaRPr lang="en-US"/>
        </a:p>
      </dgm:t>
    </dgm:pt>
    <dgm:pt modelId="{49A9250F-8967-D94C-996B-3877717690F4}">
      <dgm:prSet phldrT="[Text]"/>
      <dgm:spPr/>
      <dgm:t>
        <a:bodyPr/>
        <a:lstStyle/>
        <a:p>
          <a:r>
            <a:rPr lang="en-US" dirty="0" smtClean="0"/>
            <a:t>fungal</a:t>
          </a:r>
          <a:endParaRPr lang="en-US" dirty="0"/>
        </a:p>
      </dgm:t>
    </dgm:pt>
    <dgm:pt modelId="{F72B4D92-C538-3E4A-B49E-7525668F7EF6}" type="parTrans" cxnId="{2479DACA-16A0-3443-B2F6-7821ADBB31B4}">
      <dgm:prSet/>
      <dgm:spPr/>
      <dgm:t>
        <a:bodyPr/>
        <a:lstStyle/>
        <a:p>
          <a:endParaRPr lang="en-US"/>
        </a:p>
      </dgm:t>
    </dgm:pt>
    <dgm:pt modelId="{188760D3-8F26-5D4F-918E-92B87A4B588D}" type="sibTrans" cxnId="{2479DACA-16A0-3443-B2F6-7821ADBB31B4}">
      <dgm:prSet/>
      <dgm:spPr/>
      <dgm:t>
        <a:bodyPr/>
        <a:lstStyle/>
        <a:p>
          <a:endParaRPr lang="en-US"/>
        </a:p>
      </dgm:t>
    </dgm:pt>
    <dgm:pt modelId="{BA468083-F6AB-914E-9667-892ACCA83AFF}">
      <dgm:prSet phldrT="[Text]"/>
      <dgm:spPr/>
      <dgm:t>
        <a:bodyPr/>
        <a:lstStyle/>
        <a:p>
          <a:r>
            <a:rPr lang="en-US" dirty="0" smtClean="0"/>
            <a:t>bacterial</a:t>
          </a:r>
          <a:endParaRPr lang="en-US" dirty="0"/>
        </a:p>
      </dgm:t>
    </dgm:pt>
    <dgm:pt modelId="{17A62E53-C862-9E45-92A9-F4473265FA4F}" type="parTrans" cxnId="{A450E7D6-27D9-3243-AD72-98117AD2B0EE}">
      <dgm:prSet/>
      <dgm:spPr/>
      <dgm:t>
        <a:bodyPr/>
        <a:lstStyle/>
        <a:p>
          <a:endParaRPr lang="en-US"/>
        </a:p>
      </dgm:t>
    </dgm:pt>
    <dgm:pt modelId="{383708BD-D002-574D-ACE0-00EDF10E6440}" type="sibTrans" cxnId="{A450E7D6-27D9-3243-AD72-98117AD2B0EE}">
      <dgm:prSet/>
      <dgm:spPr/>
      <dgm:t>
        <a:bodyPr/>
        <a:lstStyle/>
        <a:p>
          <a:endParaRPr lang="en-US"/>
        </a:p>
      </dgm:t>
    </dgm:pt>
    <dgm:pt modelId="{DE8AED3E-194E-5344-8595-ECB7884E0F62}">
      <dgm:prSet phldrT="[Text]"/>
      <dgm:spPr/>
      <dgm:t>
        <a:bodyPr/>
        <a:lstStyle/>
        <a:p>
          <a:r>
            <a:rPr lang="en-US" dirty="0" smtClean="0"/>
            <a:t>environment</a:t>
          </a:r>
          <a:endParaRPr lang="en-US" dirty="0"/>
        </a:p>
      </dgm:t>
    </dgm:pt>
    <dgm:pt modelId="{FDE9A882-3683-3C4E-BF38-2FE2DCC2E575}" type="parTrans" cxnId="{4182DE50-27BB-1B40-A07A-2739672AAD7B}">
      <dgm:prSet/>
      <dgm:spPr/>
      <dgm:t>
        <a:bodyPr/>
        <a:lstStyle/>
        <a:p>
          <a:endParaRPr lang="en-US"/>
        </a:p>
      </dgm:t>
    </dgm:pt>
    <dgm:pt modelId="{6FE30A1A-734E-9747-9333-72DF6125313E}" type="sibTrans" cxnId="{4182DE50-27BB-1B40-A07A-2739672AAD7B}">
      <dgm:prSet/>
      <dgm:spPr/>
      <dgm:t>
        <a:bodyPr/>
        <a:lstStyle/>
        <a:p>
          <a:endParaRPr lang="en-US"/>
        </a:p>
      </dgm:t>
    </dgm:pt>
    <dgm:pt modelId="{5ACC8D03-DAC6-AF40-92AC-FBA7FFB8F584}">
      <dgm:prSet phldrT="[Text]"/>
      <dgm:spPr/>
      <dgm:t>
        <a:bodyPr/>
        <a:lstStyle/>
        <a:p>
          <a:r>
            <a:rPr lang="en-US" dirty="0" smtClean="0"/>
            <a:t>temp</a:t>
          </a:r>
          <a:endParaRPr lang="en-US" dirty="0"/>
        </a:p>
      </dgm:t>
    </dgm:pt>
    <dgm:pt modelId="{16D04202-63A7-934D-8512-3E8E21DFAE37}" type="parTrans" cxnId="{D2C04D99-5612-CD4A-8109-B26F9ACCE190}">
      <dgm:prSet/>
      <dgm:spPr/>
      <dgm:t>
        <a:bodyPr/>
        <a:lstStyle/>
        <a:p>
          <a:endParaRPr lang="en-US"/>
        </a:p>
      </dgm:t>
    </dgm:pt>
    <dgm:pt modelId="{204EE38F-24A7-4C47-9BB4-FBA73F73D9A5}" type="sibTrans" cxnId="{D2C04D99-5612-CD4A-8109-B26F9ACCE190}">
      <dgm:prSet/>
      <dgm:spPr/>
      <dgm:t>
        <a:bodyPr/>
        <a:lstStyle/>
        <a:p>
          <a:endParaRPr lang="en-US"/>
        </a:p>
      </dgm:t>
    </dgm:pt>
    <dgm:pt modelId="{F786EB3B-A76A-7C49-96C6-4EA89826BAD5}">
      <dgm:prSet/>
      <dgm:spPr/>
      <dgm:t>
        <a:bodyPr/>
        <a:lstStyle/>
        <a:p>
          <a:r>
            <a:rPr lang="en-US" dirty="0" smtClean="0"/>
            <a:t>crop/plant parts</a:t>
          </a:r>
          <a:endParaRPr lang="en-US" dirty="0"/>
        </a:p>
      </dgm:t>
    </dgm:pt>
    <dgm:pt modelId="{506E2C9A-EE15-6546-B7A5-6D66103FE889}" type="parTrans" cxnId="{70410ED9-8F7C-6047-8F26-2C9742676246}">
      <dgm:prSet/>
      <dgm:spPr/>
      <dgm:t>
        <a:bodyPr/>
        <a:lstStyle/>
        <a:p>
          <a:endParaRPr lang="en-US"/>
        </a:p>
      </dgm:t>
    </dgm:pt>
    <dgm:pt modelId="{CA8B480C-4FA0-8D41-8B52-C559A69BB8AC}" type="sibTrans" cxnId="{70410ED9-8F7C-6047-8F26-2C9742676246}">
      <dgm:prSet/>
      <dgm:spPr/>
      <dgm:t>
        <a:bodyPr/>
        <a:lstStyle/>
        <a:p>
          <a:endParaRPr lang="en-US"/>
        </a:p>
      </dgm:t>
    </dgm:pt>
    <dgm:pt modelId="{6B20808E-30C6-AE4D-817F-3FA86608464E}">
      <dgm:prSet/>
      <dgm:spPr/>
      <dgm:t>
        <a:bodyPr/>
        <a:lstStyle/>
        <a:p>
          <a:r>
            <a:rPr lang="en-US" dirty="0" smtClean="0"/>
            <a:t>viral</a:t>
          </a:r>
          <a:endParaRPr lang="en-US" dirty="0"/>
        </a:p>
      </dgm:t>
    </dgm:pt>
    <dgm:pt modelId="{28D7CD83-A2D5-6242-8F23-79984ED4A0C2}" type="parTrans" cxnId="{45E3EB56-04D3-5E4D-BE6F-AB73219B4988}">
      <dgm:prSet/>
      <dgm:spPr/>
      <dgm:t>
        <a:bodyPr/>
        <a:lstStyle/>
        <a:p>
          <a:endParaRPr lang="en-US"/>
        </a:p>
      </dgm:t>
    </dgm:pt>
    <dgm:pt modelId="{07B4D30F-5A93-9D43-B40B-A4477C7C0540}" type="sibTrans" cxnId="{45E3EB56-04D3-5E4D-BE6F-AB73219B4988}">
      <dgm:prSet/>
      <dgm:spPr/>
      <dgm:t>
        <a:bodyPr/>
        <a:lstStyle/>
        <a:p>
          <a:endParaRPr lang="en-US"/>
        </a:p>
      </dgm:t>
    </dgm:pt>
    <dgm:pt modelId="{C158FEA9-551F-F340-BCD3-009E41CCFA8B}">
      <dgm:prSet/>
      <dgm:spPr/>
      <dgm:t>
        <a:bodyPr/>
        <a:lstStyle/>
        <a:p>
          <a:r>
            <a:rPr lang="en-US" dirty="0" smtClean="0"/>
            <a:t>humidity</a:t>
          </a:r>
          <a:endParaRPr lang="en-US" dirty="0"/>
        </a:p>
      </dgm:t>
    </dgm:pt>
    <dgm:pt modelId="{57ADCBB3-6C42-4E41-A407-9DA0F8E348C3}" type="parTrans" cxnId="{797C14F1-4AA3-834E-B3DA-4451D2E86D10}">
      <dgm:prSet/>
      <dgm:spPr/>
      <dgm:t>
        <a:bodyPr/>
        <a:lstStyle/>
        <a:p>
          <a:endParaRPr lang="en-US"/>
        </a:p>
      </dgm:t>
    </dgm:pt>
    <dgm:pt modelId="{6E8A1D1C-B7EB-6F40-9567-1848C2AA6BAD}" type="sibTrans" cxnId="{797C14F1-4AA3-834E-B3DA-4451D2E86D10}">
      <dgm:prSet/>
      <dgm:spPr/>
      <dgm:t>
        <a:bodyPr/>
        <a:lstStyle/>
        <a:p>
          <a:endParaRPr lang="en-US"/>
        </a:p>
      </dgm:t>
    </dgm:pt>
    <dgm:pt modelId="{54743A1D-BB50-0340-BB94-9696C98D1024}">
      <dgm:prSet/>
      <dgm:spPr/>
      <dgm:t>
        <a:bodyPr/>
        <a:lstStyle/>
        <a:p>
          <a:r>
            <a:rPr lang="en-US" dirty="0" smtClean="0"/>
            <a:t>moisture</a:t>
          </a:r>
          <a:endParaRPr lang="en-US" dirty="0"/>
        </a:p>
      </dgm:t>
    </dgm:pt>
    <dgm:pt modelId="{94C494ED-1212-E94E-B4E4-1FC078A4F050}" type="parTrans" cxnId="{88C7E31A-B3DB-2742-8402-1A1DE9226D06}">
      <dgm:prSet/>
      <dgm:spPr/>
      <dgm:t>
        <a:bodyPr/>
        <a:lstStyle/>
        <a:p>
          <a:endParaRPr lang="en-US"/>
        </a:p>
      </dgm:t>
    </dgm:pt>
    <dgm:pt modelId="{14FD8476-A7D6-6746-BA81-2D2BE018F31E}" type="sibTrans" cxnId="{88C7E31A-B3DB-2742-8402-1A1DE9226D06}">
      <dgm:prSet/>
      <dgm:spPr/>
      <dgm:t>
        <a:bodyPr/>
        <a:lstStyle/>
        <a:p>
          <a:endParaRPr lang="en-US"/>
        </a:p>
      </dgm:t>
    </dgm:pt>
    <dgm:pt modelId="{D0A538B3-5E20-154B-9402-00018AB1CE1A}">
      <dgm:prSet/>
      <dgm:spPr>
        <a:solidFill>
          <a:schemeClr val="bg2">
            <a:lumMod val="90000"/>
          </a:schemeClr>
        </a:solidFill>
      </dgm:spPr>
      <dgm:t>
        <a:bodyPr/>
        <a:lstStyle/>
        <a:p>
          <a:r>
            <a:rPr lang="en-US" dirty="0" smtClean="0"/>
            <a:t>abiotic factor </a:t>
          </a:r>
          <a:endParaRPr lang="en-US" dirty="0"/>
        </a:p>
      </dgm:t>
    </dgm:pt>
    <dgm:pt modelId="{1E7CE977-17FC-5A4B-ADCD-6F160AB34E00}" type="parTrans" cxnId="{289349D9-B5DA-5A4B-A2C6-B0C469E6FA8F}">
      <dgm:prSet/>
      <dgm:spPr/>
      <dgm:t>
        <a:bodyPr/>
        <a:lstStyle/>
        <a:p>
          <a:endParaRPr lang="en-US"/>
        </a:p>
      </dgm:t>
    </dgm:pt>
    <dgm:pt modelId="{DE84990D-857C-2748-8152-A6EFBFB65619}" type="sibTrans" cxnId="{289349D9-B5DA-5A4B-A2C6-B0C469E6FA8F}">
      <dgm:prSet/>
      <dgm:spPr/>
      <dgm:t>
        <a:bodyPr/>
        <a:lstStyle/>
        <a:p>
          <a:endParaRPr lang="en-US"/>
        </a:p>
      </dgm:t>
    </dgm:pt>
    <dgm:pt modelId="{F4CC0EA9-0649-3F41-B652-019BBE6E8506}">
      <dgm:prSet/>
      <dgm:spPr>
        <a:solidFill>
          <a:schemeClr val="bg2">
            <a:lumMod val="90000"/>
          </a:schemeClr>
        </a:solidFill>
      </dgm:spPr>
      <dgm:t>
        <a:bodyPr/>
        <a:lstStyle/>
        <a:p>
          <a:r>
            <a:rPr lang="en-US" dirty="0" smtClean="0"/>
            <a:t>Environmental </a:t>
          </a:r>
        </a:p>
        <a:p>
          <a:r>
            <a:rPr lang="en-US" dirty="0" smtClean="0"/>
            <a:t>Stress</a:t>
          </a:r>
        </a:p>
      </dgm:t>
    </dgm:pt>
    <dgm:pt modelId="{ABE06533-7433-D840-AD5A-259BDEEFA5BB}" type="parTrans" cxnId="{FD53155C-2FBA-414C-941E-39E69C9073E9}">
      <dgm:prSet/>
      <dgm:spPr/>
      <dgm:t>
        <a:bodyPr/>
        <a:lstStyle/>
        <a:p>
          <a:endParaRPr lang="en-GB"/>
        </a:p>
      </dgm:t>
    </dgm:pt>
    <dgm:pt modelId="{7084AFF4-8F89-C844-A77B-B6BFDF853249}" type="sibTrans" cxnId="{FD53155C-2FBA-414C-941E-39E69C9073E9}">
      <dgm:prSet/>
      <dgm:spPr/>
      <dgm:t>
        <a:bodyPr/>
        <a:lstStyle/>
        <a:p>
          <a:endParaRPr lang="en-GB"/>
        </a:p>
      </dgm:t>
    </dgm:pt>
    <dgm:pt modelId="{C6F593B6-370E-1245-8EE4-32DD16FCCF97}">
      <dgm:prSet/>
      <dgm:spPr>
        <a:solidFill>
          <a:schemeClr val="bg2">
            <a:lumMod val="90000"/>
          </a:schemeClr>
        </a:solidFill>
      </dgm:spPr>
      <dgm:t>
        <a:bodyPr/>
        <a:lstStyle/>
        <a:p>
          <a:r>
            <a:rPr lang="en-US" dirty="0" smtClean="0"/>
            <a:t>genetic deficiency</a:t>
          </a:r>
          <a:endParaRPr lang="en-US" dirty="0"/>
        </a:p>
      </dgm:t>
    </dgm:pt>
    <dgm:pt modelId="{A6A7C837-735F-6B42-AAB2-9D864B3822F7}" type="parTrans" cxnId="{75A32932-0F49-C642-915B-EBDB5454412C}">
      <dgm:prSet/>
      <dgm:spPr/>
      <dgm:t>
        <a:bodyPr/>
        <a:lstStyle/>
        <a:p>
          <a:endParaRPr lang="en-GB"/>
        </a:p>
      </dgm:t>
    </dgm:pt>
    <dgm:pt modelId="{6FDB4638-275F-144E-89B1-C54C464F8F5F}" type="sibTrans" cxnId="{75A32932-0F49-C642-915B-EBDB5454412C}">
      <dgm:prSet/>
      <dgm:spPr/>
      <dgm:t>
        <a:bodyPr/>
        <a:lstStyle/>
        <a:p>
          <a:endParaRPr lang="en-GB"/>
        </a:p>
      </dgm:t>
    </dgm:pt>
    <dgm:pt modelId="{DFFB333E-BD86-EA45-808E-5B56ECB81C63}">
      <dgm:prSet/>
      <dgm:spPr>
        <a:solidFill>
          <a:schemeClr val="bg2">
            <a:lumMod val="90000"/>
          </a:schemeClr>
        </a:solidFill>
      </dgm:spPr>
      <dgm:t>
        <a:bodyPr/>
        <a:lstStyle/>
        <a:p>
          <a:r>
            <a:rPr lang="en-GB" dirty="0" smtClean="0">
              <a:solidFill>
                <a:schemeClr val="tx1"/>
              </a:solidFill>
            </a:rPr>
            <a:t>Nutrient </a:t>
          </a:r>
          <a:r>
            <a:rPr lang="en-GB" dirty="0" err="1" smtClean="0">
              <a:solidFill>
                <a:schemeClr val="tx1"/>
              </a:solidFill>
            </a:rPr>
            <a:t>deficinecy</a:t>
          </a:r>
          <a:endParaRPr lang="en-GB" dirty="0">
            <a:solidFill>
              <a:schemeClr val="tx1"/>
            </a:solidFill>
          </a:endParaRPr>
        </a:p>
      </dgm:t>
    </dgm:pt>
    <dgm:pt modelId="{BFE7ECF9-311F-2D4C-8160-5898E2E24E68}" type="parTrans" cxnId="{1B00344E-E7A3-054A-BC36-883CAF5441AA}">
      <dgm:prSet/>
      <dgm:spPr/>
      <dgm:t>
        <a:bodyPr/>
        <a:lstStyle/>
        <a:p>
          <a:endParaRPr lang="en-GB"/>
        </a:p>
      </dgm:t>
    </dgm:pt>
    <dgm:pt modelId="{465DF456-74BB-A04A-9F88-811690C8865D}" type="sibTrans" cxnId="{1B00344E-E7A3-054A-BC36-883CAF5441AA}">
      <dgm:prSet/>
      <dgm:spPr/>
      <dgm:t>
        <a:bodyPr/>
        <a:lstStyle/>
        <a:p>
          <a:endParaRPr lang="en-GB"/>
        </a:p>
      </dgm:t>
    </dgm:pt>
    <dgm:pt modelId="{5070472A-14C8-EF47-92EE-4BCC5F833DA7}" type="pres">
      <dgm:prSet presAssocID="{9E27E337-2F18-ED4D-8417-50307C63B69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GB"/>
        </a:p>
      </dgm:t>
    </dgm:pt>
    <dgm:pt modelId="{267BA29E-B662-524E-B23C-6F6485579F3D}" type="pres">
      <dgm:prSet presAssocID="{F438DD06-1920-0F4F-B335-529FB9EB3CCD}" presName="hierRoot1" presStyleCnt="0"/>
      <dgm:spPr/>
      <dgm:t>
        <a:bodyPr/>
        <a:lstStyle/>
        <a:p>
          <a:endParaRPr lang="en-GB"/>
        </a:p>
      </dgm:t>
    </dgm:pt>
    <dgm:pt modelId="{8AA5E93F-86C3-5B45-885B-3D596177B753}" type="pres">
      <dgm:prSet presAssocID="{F438DD06-1920-0F4F-B335-529FB9EB3CCD}" presName="composite" presStyleCnt="0"/>
      <dgm:spPr/>
      <dgm:t>
        <a:bodyPr/>
        <a:lstStyle/>
        <a:p>
          <a:endParaRPr lang="en-GB"/>
        </a:p>
      </dgm:t>
    </dgm:pt>
    <dgm:pt modelId="{B290FD89-7DBA-594D-8446-815B8B1CC734}" type="pres">
      <dgm:prSet presAssocID="{F438DD06-1920-0F4F-B335-529FB9EB3CCD}" presName="background" presStyleLbl="node0" presStyleIdx="0" presStyleCnt="1"/>
      <dgm:spPr/>
      <dgm:t>
        <a:bodyPr/>
        <a:lstStyle/>
        <a:p>
          <a:endParaRPr lang="en-GB"/>
        </a:p>
      </dgm:t>
    </dgm:pt>
    <dgm:pt modelId="{6D251743-B9B0-154E-A4A3-CE153BED16B0}" type="pres">
      <dgm:prSet presAssocID="{F438DD06-1920-0F4F-B335-529FB9EB3CCD}" presName="text" presStyleLbl="fgAcc0" presStyleIdx="0" presStyleCnt="1" custLinFactY="-89915" custLinFactNeighborX="-80760" custLinFactNeighborY="-10000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F6EEF5FF-C10F-E642-9EDA-C87ECBBAFEE3}" type="pres">
      <dgm:prSet presAssocID="{F438DD06-1920-0F4F-B335-529FB9EB3CCD}" presName="hierChild2" presStyleCnt="0"/>
      <dgm:spPr/>
      <dgm:t>
        <a:bodyPr/>
        <a:lstStyle/>
        <a:p>
          <a:endParaRPr lang="en-GB"/>
        </a:p>
      </dgm:t>
    </dgm:pt>
    <dgm:pt modelId="{CF055AF5-8C90-8E4C-8290-566C3B3620A9}" type="pres">
      <dgm:prSet presAssocID="{A0C69801-2634-CE44-8813-10DCBCC0B641}" presName="Name10" presStyleLbl="parChTrans1D2" presStyleIdx="0" presStyleCnt="5"/>
      <dgm:spPr/>
      <dgm:t>
        <a:bodyPr/>
        <a:lstStyle/>
        <a:p>
          <a:endParaRPr lang="en-GB"/>
        </a:p>
      </dgm:t>
    </dgm:pt>
    <dgm:pt modelId="{A6BE97C8-1417-FB4B-B2EC-AD6B82C7CE85}" type="pres">
      <dgm:prSet presAssocID="{83A4FFFC-F355-DD45-B16D-B294168FAF40}" presName="hierRoot2" presStyleCnt="0"/>
      <dgm:spPr/>
      <dgm:t>
        <a:bodyPr/>
        <a:lstStyle/>
        <a:p>
          <a:endParaRPr lang="en-GB"/>
        </a:p>
      </dgm:t>
    </dgm:pt>
    <dgm:pt modelId="{D452E44B-082B-8847-BE34-F9ED6B41A302}" type="pres">
      <dgm:prSet presAssocID="{83A4FFFC-F355-DD45-B16D-B294168FAF40}" presName="composite2" presStyleCnt="0"/>
      <dgm:spPr/>
      <dgm:t>
        <a:bodyPr/>
        <a:lstStyle/>
        <a:p>
          <a:endParaRPr lang="en-GB"/>
        </a:p>
      </dgm:t>
    </dgm:pt>
    <dgm:pt modelId="{7AA30159-593B-D949-9909-AC23C4708D0E}" type="pres">
      <dgm:prSet presAssocID="{83A4FFFC-F355-DD45-B16D-B294168FAF40}" presName="background2" presStyleLbl="node2" presStyleIdx="0" presStyleCnt="5"/>
      <dgm:spPr/>
      <dgm:t>
        <a:bodyPr/>
        <a:lstStyle/>
        <a:p>
          <a:endParaRPr lang="en-GB"/>
        </a:p>
      </dgm:t>
    </dgm:pt>
    <dgm:pt modelId="{8F152A03-DE6D-F04D-B956-C0A0EDBC4F2C}" type="pres">
      <dgm:prSet presAssocID="{83A4FFFC-F355-DD45-B16D-B294168FAF40}" presName="text2" presStyleLbl="fgAcc2" presStyleIdx="0" presStyleCnt="5" custLinFactNeighborY="85484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03949313-BFC1-DF43-956A-4EE551A580E4}" type="pres">
      <dgm:prSet presAssocID="{83A4FFFC-F355-DD45-B16D-B294168FAF40}" presName="hierChild3" presStyleCnt="0"/>
      <dgm:spPr/>
      <dgm:t>
        <a:bodyPr/>
        <a:lstStyle/>
        <a:p>
          <a:endParaRPr lang="en-GB"/>
        </a:p>
      </dgm:t>
    </dgm:pt>
    <dgm:pt modelId="{CB9A6088-AB86-A046-94E1-C9F9294EFCF0}" type="pres">
      <dgm:prSet presAssocID="{F72B4D92-C538-3E4A-B49E-7525668F7EF6}" presName="Name17" presStyleLbl="parChTrans1D3" presStyleIdx="0" presStyleCnt="8"/>
      <dgm:spPr/>
      <dgm:t>
        <a:bodyPr/>
        <a:lstStyle/>
        <a:p>
          <a:endParaRPr lang="en-GB"/>
        </a:p>
      </dgm:t>
    </dgm:pt>
    <dgm:pt modelId="{FE455DE2-6924-4244-A8E4-35542A224BF1}" type="pres">
      <dgm:prSet presAssocID="{49A9250F-8967-D94C-996B-3877717690F4}" presName="hierRoot3" presStyleCnt="0"/>
      <dgm:spPr/>
      <dgm:t>
        <a:bodyPr/>
        <a:lstStyle/>
        <a:p>
          <a:endParaRPr lang="en-GB"/>
        </a:p>
      </dgm:t>
    </dgm:pt>
    <dgm:pt modelId="{4D1B97EE-C6F6-0749-8F89-CCA0D3CC8E87}" type="pres">
      <dgm:prSet presAssocID="{49A9250F-8967-D94C-996B-3877717690F4}" presName="composite3" presStyleCnt="0"/>
      <dgm:spPr/>
      <dgm:t>
        <a:bodyPr/>
        <a:lstStyle/>
        <a:p>
          <a:endParaRPr lang="en-GB"/>
        </a:p>
      </dgm:t>
    </dgm:pt>
    <dgm:pt modelId="{F02E4273-FCA0-924A-99BE-F8C7E7196634}" type="pres">
      <dgm:prSet presAssocID="{49A9250F-8967-D94C-996B-3877717690F4}" presName="background3" presStyleLbl="node3" presStyleIdx="0" presStyleCnt="8"/>
      <dgm:spPr/>
      <dgm:t>
        <a:bodyPr/>
        <a:lstStyle/>
        <a:p>
          <a:endParaRPr lang="en-GB"/>
        </a:p>
      </dgm:t>
    </dgm:pt>
    <dgm:pt modelId="{4583C51E-BD04-0E41-AE24-6E8BFFDF257C}" type="pres">
      <dgm:prSet presAssocID="{49A9250F-8967-D94C-996B-3877717690F4}" presName="text3" presStyleLbl="fgAcc3" presStyleIdx="0" presStyleCnt="8" custLinFactNeighborY="85484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9D8669F9-EE54-D743-9549-537B1AB27209}" type="pres">
      <dgm:prSet presAssocID="{49A9250F-8967-D94C-996B-3877717690F4}" presName="hierChild4" presStyleCnt="0"/>
      <dgm:spPr/>
      <dgm:t>
        <a:bodyPr/>
        <a:lstStyle/>
        <a:p>
          <a:endParaRPr lang="en-GB"/>
        </a:p>
      </dgm:t>
    </dgm:pt>
    <dgm:pt modelId="{16EBEDAD-2DD3-4640-B4FF-737EE41F0E55}" type="pres">
      <dgm:prSet presAssocID="{17A62E53-C862-9E45-92A9-F4473265FA4F}" presName="Name17" presStyleLbl="parChTrans1D3" presStyleIdx="1" presStyleCnt="8"/>
      <dgm:spPr/>
      <dgm:t>
        <a:bodyPr/>
        <a:lstStyle/>
        <a:p>
          <a:endParaRPr lang="en-GB"/>
        </a:p>
      </dgm:t>
    </dgm:pt>
    <dgm:pt modelId="{8580FC8D-C665-CF40-9FE5-129D99ABE98B}" type="pres">
      <dgm:prSet presAssocID="{BA468083-F6AB-914E-9667-892ACCA83AFF}" presName="hierRoot3" presStyleCnt="0"/>
      <dgm:spPr/>
      <dgm:t>
        <a:bodyPr/>
        <a:lstStyle/>
        <a:p>
          <a:endParaRPr lang="en-GB"/>
        </a:p>
      </dgm:t>
    </dgm:pt>
    <dgm:pt modelId="{65E1632F-DF87-4242-91F3-FF4043EC6510}" type="pres">
      <dgm:prSet presAssocID="{BA468083-F6AB-914E-9667-892ACCA83AFF}" presName="composite3" presStyleCnt="0"/>
      <dgm:spPr/>
      <dgm:t>
        <a:bodyPr/>
        <a:lstStyle/>
        <a:p>
          <a:endParaRPr lang="en-GB"/>
        </a:p>
      </dgm:t>
    </dgm:pt>
    <dgm:pt modelId="{1199990A-0E82-3642-9480-01EE1118CBA3}" type="pres">
      <dgm:prSet presAssocID="{BA468083-F6AB-914E-9667-892ACCA83AFF}" presName="background3" presStyleLbl="node3" presStyleIdx="1" presStyleCnt="8"/>
      <dgm:spPr/>
      <dgm:t>
        <a:bodyPr/>
        <a:lstStyle/>
        <a:p>
          <a:endParaRPr lang="en-GB"/>
        </a:p>
      </dgm:t>
    </dgm:pt>
    <dgm:pt modelId="{8DDDFCDC-70FC-C145-A652-91B5B731C214}" type="pres">
      <dgm:prSet presAssocID="{BA468083-F6AB-914E-9667-892ACCA83AFF}" presName="text3" presStyleLbl="fgAcc3" presStyleIdx="1" presStyleCnt="8" custLinFactNeighborY="85484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A9FEAFA6-EB01-BC4C-8B86-71722F106280}" type="pres">
      <dgm:prSet presAssocID="{BA468083-F6AB-914E-9667-892ACCA83AFF}" presName="hierChild4" presStyleCnt="0"/>
      <dgm:spPr/>
      <dgm:t>
        <a:bodyPr/>
        <a:lstStyle/>
        <a:p>
          <a:endParaRPr lang="en-GB"/>
        </a:p>
      </dgm:t>
    </dgm:pt>
    <dgm:pt modelId="{57F0BA80-F094-0345-AFCD-E4AAFF3BD606}" type="pres">
      <dgm:prSet presAssocID="{28D7CD83-A2D5-6242-8F23-79984ED4A0C2}" presName="Name17" presStyleLbl="parChTrans1D3" presStyleIdx="2" presStyleCnt="8"/>
      <dgm:spPr/>
      <dgm:t>
        <a:bodyPr/>
        <a:lstStyle/>
        <a:p>
          <a:endParaRPr lang="en-GB"/>
        </a:p>
      </dgm:t>
    </dgm:pt>
    <dgm:pt modelId="{AB4E0F34-21CA-064D-A293-9FFC5C444948}" type="pres">
      <dgm:prSet presAssocID="{6B20808E-30C6-AE4D-817F-3FA86608464E}" presName="hierRoot3" presStyleCnt="0"/>
      <dgm:spPr/>
      <dgm:t>
        <a:bodyPr/>
        <a:lstStyle/>
        <a:p>
          <a:endParaRPr lang="en-GB"/>
        </a:p>
      </dgm:t>
    </dgm:pt>
    <dgm:pt modelId="{7C84FECA-4928-2746-A36C-5AB2C333DF98}" type="pres">
      <dgm:prSet presAssocID="{6B20808E-30C6-AE4D-817F-3FA86608464E}" presName="composite3" presStyleCnt="0"/>
      <dgm:spPr/>
      <dgm:t>
        <a:bodyPr/>
        <a:lstStyle/>
        <a:p>
          <a:endParaRPr lang="en-GB"/>
        </a:p>
      </dgm:t>
    </dgm:pt>
    <dgm:pt modelId="{F88BC47C-29C6-6B40-B125-005C4FF45F2F}" type="pres">
      <dgm:prSet presAssocID="{6B20808E-30C6-AE4D-817F-3FA86608464E}" presName="background3" presStyleLbl="node3" presStyleIdx="2" presStyleCnt="8"/>
      <dgm:spPr/>
      <dgm:t>
        <a:bodyPr/>
        <a:lstStyle/>
        <a:p>
          <a:endParaRPr lang="en-GB"/>
        </a:p>
      </dgm:t>
    </dgm:pt>
    <dgm:pt modelId="{DE6334E6-6844-5D42-A4C8-7B1CF898D311}" type="pres">
      <dgm:prSet presAssocID="{6B20808E-30C6-AE4D-817F-3FA86608464E}" presName="text3" presStyleLbl="fgAcc3" presStyleIdx="2" presStyleCnt="8" custAng="0" custLinFactNeighborY="85484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D3F9D4F7-ECEB-8F4B-A7CA-226B87B6653A}" type="pres">
      <dgm:prSet presAssocID="{6B20808E-30C6-AE4D-817F-3FA86608464E}" presName="hierChild4" presStyleCnt="0"/>
      <dgm:spPr/>
      <dgm:t>
        <a:bodyPr/>
        <a:lstStyle/>
        <a:p>
          <a:endParaRPr lang="en-GB"/>
        </a:p>
      </dgm:t>
    </dgm:pt>
    <dgm:pt modelId="{43AFB993-85AA-2A47-8779-53E8120C479F}" type="pres">
      <dgm:prSet presAssocID="{FDE9A882-3683-3C4E-BF38-2FE2DCC2E575}" presName="Name10" presStyleLbl="parChTrans1D2" presStyleIdx="1" presStyleCnt="5"/>
      <dgm:spPr/>
      <dgm:t>
        <a:bodyPr/>
        <a:lstStyle/>
        <a:p>
          <a:endParaRPr lang="en-GB"/>
        </a:p>
      </dgm:t>
    </dgm:pt>
    <dgm:pt modelId="{61DBCD3B-7E0A-F14B-8F08-D329C6D135A0}" type="pres">
      <dgm:prSet presAssocID="{DE8AED3E-194E-5344-8595-ECB7884E0F62}" presName="hierRoot2" presStyleCnt="0"/>
      <dgm:spPr/>
      <dgm:t>
        <a:bodyPr/>
        <a:lstStyle/>
        <a:p>
          <a:endParaRPr lang="en-GB"/>
        </a:p>
      </dgm:t>
    </dgm:pt>
    <dgm:pt modelId="{49084AB7-CE4E-0949-8B8B-D64894F3BA13}" type="pres">
      <dgm:prSet presAssocID="{DE8AED3E-194E-5344-8595-ECB7884E0F62}" presName="composite2" presStyleCnt="0"/>
      <dgm:spPr/>
      <dgm:t>
        <a:bodyPr/>
        <a:lstStyle/>
        <a:p>
          <a:endParaRPr lang="en-GB"/>
        </a:p>
      </dgm:t>
    </dgm:pt>
    <dgm:pt modelId="{099850FB-2713-2847-A240-290DC409E8BC}" type="pres">
      <dgm:prSet presAssocID="{DE8AED3E-194E-5344-8595-ECB7884E0F62}" presName="background2" presStyleLbl="node2" presStyleIdx="1" presStyleCnt="5"/>
      <dgm:spPr/>
      <dgm:t>
        <a:bodyPr/>
        <a:lstStyle/>
        <a:p>
          <a:endParaRPr lang="en-GB"/>
        </a:p>
      </dgm:t>
    </dgm:pt>
    <dgm:pt modelId="{AF7EF4A8-FBE7-5A4D-A9A3-64865372E391}" type="pres">
      <dgm:prSet presAssocID="{DE8AED3E-194E-5344-8595-ECB7884E0F62}" presName="text2" presStyleLbl="fgAcc2" presStyleIdx="1" presStyleCnt="5" custLinFactX="-200000" custLinFactY="-100000" custLinFactNeighborX="-212318" custLinFactNeighborY="-12378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D863F5C-CA37-144B-B042-6DD19196A9CE}" type="pres">
      <dgm:prSet presAssocID="{DE8AED3E-194E-5344-8595-ECB7884E0F62}" presName="hierChild3" presStyleCnt="0"/>
      <dgm:spPr/>
      <dgm:t>
        <a:bodyPr/>
        <a:lstStyle/>
        <a:p>
          <a:endParaRPr lang="en-GB"/>
        </a:p>
      </dgm:t>
    </dgm:pt>
    <dgm:pt modelId="{509C0C0A-FF0B-1746-880B-411DB523E92C}" type="pres">
      <dgm:prSet presAssocID="{16D04202-63A7-934D-8512-3E8E21DFAE37}" presName="Name17" presStyleLbl="parChTrans1D3" presStyleIdx="3" presStyleCnt="8"/>
      <dgm:spPr/>
      <dgm:t>
        <a:bodyPr/>
        <a:lstStyle/>
        <a:p>
          <a:endParaRPr lang="en-GB"/>
        </a:p>
      </dgm:t>
    </dgm:pt>
    <dgm:pt modelId="{838802C2-1A72-024F-8412-CF9A9B7AAD29}" type="pres">
      <dgm:prSet presAssocID="{5ACC8D03-DAC6-AF40-92AC-FBA7FFB8F584}" presName="hierRoot3" presStyleCnt="0"/>
      <dgm:spPr/>
      <dgm:t>
        <a:bodyPr/>
        <a:lstStyle/>
        <a:p>
          <a:endParaRPr lang="en-GB"/>
        </a:p>
      </dgm:t>
    </dgm:pt>
    <dgm:pt modelId="{5AE69AF8-3DD3-B345-82C7-8A14BC08BAF1}" type="pres">
      <dgm:prSet presAssocID="{5ACC8D03-DAC6-AF40-92AC-FBA7FFB8F584}" presName="composite3" presStyleCnt="0"/>
      <dgm:spPr/>
      <dgm:t>
        <a:bodyPr/>
        <a:lstStyle/>
        <a:p>
          <a:endParaRPr lang="en-GB"/>
        </a:p>
      </dgm:t>
    </dgm:pt>
    <dgm:pt modelId="{62A960E8-8353-F247-8A87-77AA7FEADF7F}" type="pres">
      <dgm:prSet presAssocID="{5ACC8D03-DAC6-AF40-92AC-FBA7FFB8F584}" presName="background3" presStyleLbl="node3" presStyleIdx="3" presStyleCnt="8"/>
      <dgm:spPr/>
      <dgm:t>
        <a:bodyPr/>
        <a:lstStyle/>
        <a:p>
          <a:endParaRPr lang="en-GB"/>
        </a:p>
      </dgm:t>
    </dgm:pt>
    <dgm:pt modelId="{154A0584-DCC1-084A-AC26-85546209D87C}" type="pres">
      <dgm:prSet presAssocID="{5ACC8D03-DAC6-AF40-92AC-FBA7FFB8F584}" presName="text3" presStyleLbl="fgAcc3" presStyleIdx="3" presStyleCnt="8" custLinFactX="140929" custLinFactY="-100000" custLinFactNeighborX="200000" custLinFactNeighborY="-10912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1BF70071-88BB-C541-BA18-8C0582307A1B}" type="pres">
      <dgm:prSet presAssocID="{5ACC8D03-DAC6-AF40-92AC-FBA7FFB8F584}" presName="hierChild4" presStyleCnt="0"/>
      <dgm:spPr/>
      <dgm:t>
        <a:bodyPr/>
        <a:lstStyle/>
        <a:p>
          <a:endParaRPr lang="en-GB"/>
        </a:p>
      </dgm:t>
    </dgm:pt>
    <dgm:pt modelId="{9530937C-9BD4-4B4A-AEBF-7B1EC1F06124}" type="pres">
      <dgm:prSet presAssocID="{57ADCBB3-6C42-4E41-A407-9DA0F8E348C3}" presName="Name17" presStyleLbl="parChTrans1D3" presStyleIdx="4" presStyleCnt="8"/>
      <dgm:spPr/>
      <dgm:t>
        <a:bodyPr/>
        <a:lstStyle/>
        <a:p>
          <a:endParaRPr lang="en-GB"/>
        </a:p>
      </dgm:t>
    </dgm:pt>
    <dgm:pt modelId="{39BFA992-E6D3-AF48-8C4E-2A7D6841118C}" type="pres">
      <dgm:prSet presAssocID="{C158FEA9-551F-F340-BCD3-009E41CCFA8B}" presName="hierRoot3" presStyleCnt="0"/>
      <dgm:spPr/>
      <dgm:t>
        <a:bodyPr/>
        <a:lstStyle/>
        <a:p>
          <a:endParaRPr lang="en-GB"/>
        </a:p>
      </dgm:t>
    </dgm:pt>
    <dgm:pt modelId="{856A7C44-4D57-E043-8ED4-55C40391E58E}" type="pres">
      <dgm:prSet presAssocID="{C158FEA9-551F-F340-BCD3-009E41CCFA8B}" presName="composite3" presStyleCnt="0"/>
      <dgm:spPr/>
      <dgm:t>
        <a:bodyPr/>
        <a:lstStyle/>
        <a:p>
          <a:endParaRPr lang="en-GB"/>
        </a:p>
      </dgm:t>
    </dgm:pt>
    <dgm:pt modelId="{55372607-2021-1947-89F2-62D514D901A9}" type="pres">
      <dgm:prSet presAssocID="{C158FEA9-551F-F340-BCD3-009E41CCFA8B}" presName="background3" presStyleLbl="node3" presStyleIdx="4" presStyleCnt="8"/>
      <dgm:spPr/>
      <dgm:t>
        <a:bodyPr/>
        <a:lstStyle/>
        <a:p>
          <a:endParaRPr lang="en-GB"/>
        </a:p>
      </dgm:t>
    </dgm:pt>
    <dgm:pt modelId="{BCA2A25C-0E9D-F842-AA09-CD61DBE1462E}" type="pres">
      <dgm:prSet presAssocID="{C158FEA9-551F-F340-BCD3-009E41CCFA8B}" presName="text3" presStyleLbl="fgAcc3" presStyleIdx="4" presStyleCnt="8" custLinFactY="-100000" custLinFactNeighborX="-8386" custLinFactNeighborY="-101338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C2F4AB25-F515-564A-9B8E-E69F7B9AF812}" type="pres">
      <dgm:prSet presAssocID="{C158FEA9-551F-F340-BCD3-009E41CCFA8B}" presName="hierChild4" presStyleCnt="0"/>
      <dgm:spPr/>
      <dgm:t>
        <a:bodyPr/>
        <a:lstStyle/>
        <a:p>
          <a:endParaRPr lang="en-GB"/>
        </a:p>
      </dgm:t>
    </dgm:pt>
    <dgm:pt modelId="{B3F61F8E-EE26-2D40-9AD2-7CB1D8D534D5}" type="pres">
      <dgm:prSet presAssocID="{94C494ED-1212-E94E-B4E4-1FC078A4F050}" presName="Name17" presStyleLbl="parChTrans1D3" presStyleIdx="5" presStyleCnt="8"/>
      <dgm:spPr/>
      <dgm:t>
        <a:bodyPr/>
        <a:lstStyle/>
        <a:p>
          <a:endParaRPr lang="en-GB"/>
        </a:p>
      </dgm:t>
    </dgm:pt>
    <dgm:pt modelId="{E6697ED8-2AF4-D84D-87D2-860FCDBC1257}" type="pres">
      <dgm:prSet presAssocID="{54743A1D-BB50-0340-BB94-9696C98D1024}" presName="hierRoot3" presStyleCnt="0"/>
      <dgm:spPr/>
      <dgm:t>
        <a:bodyPr/>
        <a:lstStyle/>
        <a:p>
          <a:endParaRPr lang="en-GB"/>
        </a:p>
      </dgm:t>
    </dgm:pt>
    <dgm:pt modelId="{30ABF817-2E6A-E54A-A19C-723C889C7589}" type="pres">
      <dgm:prSet presAssocID="{54743A1D-BB50-0340-BB94-9696C98D1024}" presName="composite3" presStyleCnt="0"/>
      <dgm:spPr/>
      <dgm:t>
        <a:bodyPr/>
        <a:lstStyle/>
        <a:p>
          <a:endParaRPr lang="en-GB"/>
        </a:p>
      </dgm:t>
    </dgm:pt>
    <dgm:pt modelId="{DB5DBD74-15B6-574E-8731-9D30379E53F3}" type="pres">
      <dgm:prSet presAssocID="{54743A1D-BB50-0340-BB94-9696C98D1024}" presName="background3" presStyleLbl="node3" presStyleIdx="5" presStyleCnt="8"/>
      <dgm:spPr/>
      <dgm:t>
        <a:bodyPr/>
        <a:lstStyle/>
        <a:p>
          <a:endParaRPr lang="en-GB"/>
        </a:p>
      </dgm:t>
    </dgm:pt>
    <dgm:pt modelId="{ADCED856-6A9B-3C4A-B8D6-F9DA4B142904}" type="pres">
      <dgm:prSet presAssocID="{54743A1D-BB50-0340-BB94-9696C98D1024}" presName="text3" presStyleLbl="fgAcc3" presStyleIdx="5" presStyleCnt="8" custLinFactY="-100000" custLinFactNeighborX="-17616" custLinFactNeighborY="-101338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7BDD5CE3-FED5-3748-8F01-8D081736EA08}" type="pres">
      <dgm:prSet presAssocID="{54743A1D-BB50-0340-BB94-9696C98D1024}" presName="hierChild4" presStyleCnt="0"/>
      <dgm:spPr/>
      <dgm:t>
        <a:bodyPr/>
        <a:lstStyle/>
        <a:p>
          <a:endParaRPr lang="en-GB"/>
        </a:p>
      </dgm:t>
    </dgm:pt>
    <dgm:pt modelId="{721E8847-4455-CA4D-82D3-2C89114313E2}" type="pres">
      <dgm:prSet presAssocID="{A6A7C837-735F-6B42-AAB2-9D864B3822F7}" presName="Name10" presStyleLbl="parChTrans1D2" presStyleIdx="2" presStyleCnt="5"/>
      <dgm:spPr/>
      <dgm:t>
        <a:bodyPr/>
        <a:lstStyle/>
        <a:p>
          <a:endParaRPr lang="en-GB"/>
        </a:p>
      </dgm:t>
    </dgm:pt>
    <dgm:pt modelId="{08B6C495-0824-9C40-8465-EA268C75CAD6}" type="pres">
      <dgm:prSet presAssocID="{C6F593B6-370E-1245-8EE4-32DD16FCCF97}" presName="hierRoot2" presStyleCnt="0"/>
      <dgm:spPr/>
    </dgm:pt>
    <dgm:pt modelId="{BCC823D3-E4B4-1D46-9121-118DF80BACDA}" type="pres">
      <dgm:prSet presAssocID="{C6F593B6-370E-1245-8EE4-32DD16FCCF97}" presName="composite2" presStyleCnt="0"/>
      <dgm:spPr/>
    </dgm:pt>
    <dgm:pt modelId="{5F711D46-7028-2441-9757-2D8C79BD4127}" type="pres">
      <dgm:prSet presAssocID="{C6F593B6-370E-1245-8EE4-32DD16FCCF97}" presName="background2" presStyleLbl="node2" presStyleIdx="2" presStyleCnt="5"/>
      <dgm:spPr/>
    </dgm:pt>
    <dgm:pt modelId="{769A23AD-E69B-AD4D-AECB-FAD8F8E59110}" type="pres">
      <dgm:prSet presAssocID="{C6F593B6-370E-1245-8EE4-32DD16FCCF97}" presName="text2" presStyleLbl="fgAcc2" presStyleIdx="2" presStyleCnt="5" custLinFactX="-100000" custLinFactNeighborX="-177028" custLinFactNeighborY="88284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90E54C89-0D3F-1A4B-AF9F-033A032807A3}" type="pres">
      <dgm:prSet presAssocID="{C6F593B6-370E-1245-8EE4-32DD16FCCF97}" presName="hierChild3" presStyleCnt="0"/>
      <dgm:spPr/>
    </dgm:pt>
    <dgm:pt modelId="{39AE5626-111D-214F-B951-1D8F072522FF}" type="pres">
      <dgm:prSet presAssocID="{506E2C9A-EE15-6546-B7A5-6D66103FE889}" presName="Name10" presStyleLbl="parChTrans1D2" presStyleIdx="3" presStyleCnt="5"/>
      <dgm:spPr/>
      <dgm:t>
        <a:bodyPr/>
        <a:lstStyle/>
        <a:p>
          <a:endParaRPr lang="en-GB"/>
        </a:p>
      </dgm:t>
    </dgm:pt>
    <dgm:pt modelId="{37A9D92A-1633-7545-8406-FEA37C3D45CA}" type="pres">
      <dgm:prSet presAssocID="{F786EB3B-A76A-7C49-96C6-4EA89826BAD5}" presName="hierRoot2" presStyleCnt="0"/>
      <dgm:spPr/>
      <dgm:t>
        <a:bodyPr/>
        <a:lstStyle/>
        <a:p>
          <a:endParaRPr lang="en-GB"/>
        </a:p>
      </dgm:t>
    </dgm:pt>
    <dgm:pt modelId="{5139C734-9A3E-F442-8AEA-2E30905A3386}" type="pres">
      <dgm:prSet presAssocID="{F786EB3B-A76A-7C49-96C6-4EA89826BAD5}" presName="composite2" presStyleCnt="0"/>
      <dgm:spPr/>
      <dgm:t>
        <a:bodyPr/>
        <a:lstStyle/>
        <a:p>
          <a:endParaRPr lang="en-GB"/>
        </a:p>
      </dgm:t>
    </dgm:pt>
    <dgm:pt modelId="{4FD959A6-6B10-8742-BC68-B58B63F1EB11}" type="pres">
      <dgm:prSet presAssocID="{F786EB3B-A76A-7C49-96C6-4EA89826BAD5}" presName="background2" presStyleLbl="node2" presStyleIdx="3" presStyleCnt="5"/>
      <dgm:spPr/>
      <dgm:t>
        <a:bodyPr/>
        <a:lstStyle/>
        <a:p>
          <a:endParaRPr lang="en-GB"/>
        </a:p>
      </dgm:t>
    </dgm:pt>
    <dgm:pt modelId="{ADBD6988-01FB-7F4F-84DF-25D26EFDC00C}" type="pres">
      <dgm:prSet presAssocID="{F786EB3B-A76A-7C49-96C6-4EA89826BAD5}" presName="text2" presStyleLbl="fgAcc2" presStyleIdx="3" presStyleCnt="5" custScaleY="122163" custLinFactY="-200000" custLinFactNeighborX="-92765" custLinFactNeighborY="-222402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510BDDE9-A3E4-E94E-95C9-D79BBE433FBC}" type="pres">
      <dgm:prSet presAssocID="{F786EB3B-A76A-7C49-96C6-4EA89826BAD5}" presName="hierChild3" presStyleCnt="0"/>
      <dgm:spPr/>
      <dgm:t>
        <a:bodyPr/>
        <a:lstStyle/>
        <a:p>
          <a:endParaRPr lang="en-GB"/>
        </a:p>
      </dgm:t>
    </dgm:pt>
    <dgm:pt modelId="{E59B5E86-B2AA-8C42-A1DE-35BACA90D93D}" type="pres">
      <dgm:prSet presAssocID="{1E7CE977-17FC-5A4B-ADCD-6F160AB34E00}" presName="Name10" presStyleLbl="parChTrans1D2" presStyleIdx="4" presStyleCnt="5"/>
      <dgm:spPr/>
      <dgm:t>
        <a:bodyPr/>
        <a:lstStyle/>
        <a:p>
          <a:endParaRPr lang="en-GB"/>
        </a:p>
      </dgm:t>
    </dgm:pt>
    <dgm:pt modelId="{3996A23C-051D-2044-9FA2-59FBCF4A8A17}" type="pres">
      <dgm:prSet presAssocID="{D0A538B3-5E20-154B-9402-00018AB1CE1A}" presName="hierRoot2" presStyleCnt="0"/>
      <dgm:spPr/>
      <dgm:t>
        <a:bodyPr/>
        <a:lstStyle/>
        <a:p>
          <a:endParaRPr lang="en-GB"/>
        </a:p>
      </dgm:t>
    </dgm:pt>
    <dgm:pt modelId="{6FA53F9A-B164-9D4E-91DC-A38EED338375}" type="pres">
      <dgm:prSet presAssocID="{D0A538B3-5E20-154B-9402-00018AB1CE1A}" presName="composite2" presStyleCnt="0"/>
      <dgm:spPr/>
      <dgm:t>
        <a:bodyPr/>
        <a:lstStyle/>
        <a:p>
          <a:endParaRPr lang="en-GB"/>
        </a:p>
      </dgm:t>
    </dgm:pt>
    <dgm:pt modelId="{68830F0B-FDDE-4F43-8200-419250CCCF57}" type="pres">
      <dgm:prSet presAssocID="{D0A538B3-5E20-154B-9402-00018AB1CE1A}" presName="background2" presStyleLbl="node2" presStyleIdx="4" presStyleCnt="5"/>
      <dgm:spPr/>
      <dgm:t>
        <a:bodyPr/>
        <a:lstStyle/>
        <a:p>
          <a:endParaRPr lang="en-GB"/>
        </a:p>
      </dgm:t>
    </dgm:pt>
    <dgm:pt modelId="{320D5009-F935-6447-BF79-010D8AC2B001}" type="pres">
      <dgm:prSet presAssocID="{D0A538B3-5E20-154B-9402-00018AB1CE1A}" presName="text2" presStyleLbl="fgAcc2" presStyleIdx="4" presStyleCnt="5" custScaleX="113917" custLinFactX="-148701" custLinFactNeighborX="-200000" custLinFactNeighborY="9090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F120BB33-1777-1242-A246-C17A1955960B}" type="pres">
      <dgm:prSet presAssocID="{D0A538B3-5E20-154B-9402-00018AB1CE1A}" presName="hierChild3" presStyleCnt="0"/>
      <dgm:spPr/>
      <dgm:t>
        <a:bodyPr/>
        <a:lstStyle/>
        <a:p>
          <a:endParaRPr lang="en-GB"/>
        </a:p>
      </dgm:t>
    </dgm:pt>
    <dgm:pt modelId="{FE720852-54F3-5044-BA4C-C7298FD52EE2}" type="pres">
      <dgm:prSet presAssocID="{ABE06533-7433-D840-AD5A-259BDEEFA5BB}" presName="Name17" presStyleLbl="parChTrans1D3" presStyleIdx="6" presStyleCnt="8"/>
      <dgm:spPr/>
      <dgm:t>
        <a:bodyPr/>
        <a:lstStyle/>
        <a:p>
          <a:endParaRPr lang="en-GB"/>
        </a:p>
      </dgm:t>
    </dgm:pt>
    <dgm:pt modelId="{81BF82B5-A164-6549-937A-9123AC0A2857}" type="pres">
      <dgm:prSet presAssocID="{F4CC0EA9-0649-3F41-B652-019BBE6E8506}" presName="hierRoot3" presStyleCnt="0"/>
      <dgm:spPr/>
    </dgm:pt>
    <dgm:pt modelId="{53EBCB5A-8E92-284F-BED9-10D4F5D80220}" type="pres">
      <dgm:prSet presAssocID="{F4CC0EA9-0649-3F41-B652-019BBE6E8506}" presName="composite3" presStyleCnt="0"/>
      <dgm:spPr/>
    </dgm:pt>
    <dgm:pt modelId="{26694892-3A51-6C45-82AB-A4625693F660}" type="pres">
      <dgm:prSet presAssocID="{F4CC0EA9-0649-3F41-B652-019BBE6E8506}" presName="background3" presStyleLbl="node3" presStyleIdx="6" presStyleCnt="8"/>
      <dgm:spPr/>
    </dgm:pt>
    <dgm:pt modelId="{0FC8082C-B34C-0940-8E61-38506ECCCB66}" type="pres">
      <dgm:prSet presAssocID="{F4CC0EA9-0649-3F41-B652-019BBE6E8506}" presName="text3" presStyleLbl="fgAcc3" presStyleIdx="6" presStyleCnt="8" custLinFactX="-140759" custLinFactY="65157" custLinFactNeighborX="-200000" custLinFactNeighborY="10000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117E7AE7-C059-BB48-A6D5-890BD6FD1F38}" type="pres">
      <dgm:prSet presAssocID="{F4CC0EA9-0649-3F41-B652-019BBE6E8506}" presName="hierChild4" presStyleCnt="0"/>
      <dgm:spPr/>
    </dgm:pt>
    <dgm:pt modelId="{180402FB-F5A4-4141-AC7E-8A95BE33C2A0}" type="pres">
      <dgm:prSet presAssocID="{BFE7ECF9-311F-2D4C-8160-5898E2E24E68}" presName="Name17" presStyleLbl="parChTrans1D3" presStyleIdx="7" presStyleCnt="8"/>
      <dgm:spPr/>
      <dgm:t>
        <a:bodyPr/>
        <a:lstStyle/>
        <a:p>
          <a:endParaRPr lang="en-GB"/>
        </a:p>
      </dgm:t>
    </dgm:pt>
    <dgm:pt modelId="{A277D791-BE53-344F-930B-66140EC6B8CF}" type="pres">
      <dgm:prSet presAssocID="{DFFB333E-BD86-EA45-808E-5B56ECB81C63}" presName="hierRoot3" presStyleCnt="0"/>
      <dgm:spPr/>
    </dgm:pt>
    <dgm:pt modelId="{57DABBF9-8053-624D-A007-E23F59E447F0}" type="pres">
      <dgm:prSet presAssocID="{DFFB333E-BD86-EA45-808E-5B56ECB81C63}" presName="composite3" presStyleCnt="0"/>
      <dgm:spPr/>
    </dgm:pt>
    <dgm:pt modelId="{4D3E74E7-FFAD-CF49-905A-976B189E4C9B}" type="pres">
      <dgm:prSet presAssocID="{DFFB333E-BD86-EA45-808E-5B56ECB81C63}" presName="background3" presStyleLbl="node3" presStyleIdx="7" presStyleCnt="8"/>
      <dgm:spPr/>
    </dgm:pt>
    <dgm:pt modelId="{42F3F3B9-594C-9740-9F69-EB5DA97AD616}" type="pres">
      <dgm:prSet presAssocID="{DFFB333E-BD86-EA45-808E-5B56ECB81C63}" presName="text3" presStyleLbl="fgAcc3" presStyleIdx="7" presStyleCnt="8" custLinFactX="-105157" custLinFactY="55477" custLinFactNeighborX="-200000" custLinFactNeighborY="10000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70204918-2D99-0447-A69C-0417F58D4862}" type="pres">
      <dgm:prSet presAssocID="{DFFB333E-BD86-EA45-808E-5B56ECB81C63}" presName="hierChild4" presStyleCnt="0"/>
      <dgm:spPr/>
    </dgm:pt>
  </dgm:ptLst>
  <dgm:cxnLst>
    <dgm:cxn modelId="{4182DE50-27BB-1B40-A07A-2739672AAD7B}" srcId="{F438DD06-1920-0F4F-B335-529FB9EB3CCD}" destId="{DE8AED3E-194E-5344-8595-ECB7884E0F62}" srcOrd="1" destOrd="0" parTransId="{FDE9A882-3683-3C4E-BF38-2FE2DCC2E575}" sibTransId="{6FE30A1A-734E-9747-9333-72DF6125313E}"/>
    <dgm:cxn modelId="{A6CAF484-4552-6A41-9350-9653F5E33B27}" type="presOf" srcId="{17A62E53-C862-9E45-92A9-F4473265FA4F}" destId="{16EBEDAD-2DD3-4640-B4FF-737EE41F0E55}" srcOrd="0" destOrd="0" presId="urn:microsoft.com/office/officeart/2005/8/layout/hierarchy1"/>
    <dgm:cxn modelId="{F93984C1-A3A9-FC4B-AE7E-0E9E7DD25DF1}" type="presOf" srcId="{1E7CE977-17FC-5A4B-ADCD-6F160AB34E00}" destId="{E59B5E86-B2AA-8C42-A1DE-35BACA90D93D}" srcOrd="0" destOrd="0" presId="urn:microsoft.com/office/officeart/2005/8/layout/hierarchy1"/>
    <dgm:cxn modelId="{A1A687AD-CDF4-3B4E-8B37-A17CFF68D1A1}" type="presOf" srcId="{A0C69801-2634-CE44-8813-10DCBCC0B641}" destId="{CF055AF5-8C90-8E4C-8290-566C3B3620A9}" srcOrd="0" destOrd="0" presId="urn:microsoft.com/office/officeart/2005/8/layout/hierarchy1"/>
    <dgm:cxn modelId="{D2C04D99-5612-CD4A-8109-B26F9ACCE190}" srcId="{DE8AED3E-194E-5344-8595-ECB7884E0F62}" destId="{5ACC8D03-DAC6-AF40-92AC-FBA7FFB8F584}" srcOrd="0" destOrd="0" parTransId="{16D04202-63A7-934D-8512-3E8E21DFAE37}" sibTransId="{204EE38F-24A7-4C47-9BB4-FBA73F73D9A5}"/>
    <dgm:cxn modelId="{FD53155C-2FBA-414C-941E-39E69C9073E9}" srcId="{D0A538B3-5E20-154B-9402-00018AB1CE1A}" destId="{F4CC0EA9-0649-3F41-B652-019BBE6E8506}" srcOrd="0" destOrd="0" parTransId="{ABE06533-7433-D840-AD5A-259BDEEFA5BB}" sibTransId="{7084AFF4-8F89-C844-A77B-B6BFDF853249}"/>
    <dgm:cxn modelId="{A450E7D6-27D9-3243-AD72-98117AD2B0EE}" srcId="{83A4FFFC-F355-DD45-B16D-B294168FAF40}" destId="{BA468083-F6AB-914E-9667-892ACCA83AFF}" srcOrd="1" destOrd="0" parTransId="{17A62E53-C862-9E45-92A9-F4473265FA4F}" sibTransId="{383708BD-D002-574D-ACE0-00EDF10E6440}"/>
    <dgm:cxn modelId="{2565845C-1A0F-B741-A260-195103436A37}" type="presOf" srcId="{F4CC0EA9-0649-3F41-B652-019BBE6E8506}" destId="{0FC8082C-B34C-0940-8E61-38506ECCCB66}" srcOrd="0" destOrd="0" presId="urn:microsoft.com/office/officeart/2005/8/layout/hierarchy1"/>
    <dgm:cxn modelId="{1B00344E-E7A3-054A-BC36-883CAF5441AA}" srcId="{D0A538B3-5E20-154B-9402-00018AB1CE1A}" destId="{DFFB333E-BD86-EA45-808E-5B56ECB81C63}" srcOrd="1" destOrd="0" parTransId="{BFE7ECF9-311F-2D4C-8160-5898E2E24E68}" sibTransId="{465DF456-74BB-A04A-9F88-811690C8865D}"/>
    <dgm:cxn modelId="{AE9C9D00-E196-D842-ACB2-88B208DE6659}" type="presOf" srcId="{A6A7C837-735F-6B42-AAB2-9D864B3822F7}" destId="{721E8847-4455-CA4D-82D3-2C89114313E2}" srcOrd="0" destOrd="0" presId="urn:microsoft.com/office/officeart/2005/8/layout/hierarchy1"/>
    <dgm:cxn modelId="{E5226939-35A5-9546-9B6B-2F2CAFA8C27E}" type="presOf" srcId="{F786EB3B-A76A-7C49-96C6-4EA89826BAD5}" destId="{ADBD6988-01FB-7F4F-84DF-25D26EFDC00C}" srcOrd="0" destOrd="0" presId="urn:microsoft.com/office/officeart/2005/8/layout/hierarchy1"/>
    <dgm:cxn modelId="{2F7F3EB0-53BF-5D4C-855F-73BF4649A096}" type="presOf" srcId="{DE8AED3E-194E-5344-8595-ECB7884E0F62}" destId="{AF7EF4A8-FBE7-5A4D-A9A3-64865372E391}" srcOrd="0" destOrd="0" presId="urn:microsoft.com/office/officeart/2005/8/layout/hierarchy1"/>
    <dgm:cxn modelId="{F02DF42B-D62F-7E49-AD1E-20A94CCD781F}" type="presOf" srcId="{83A4FFFC-F355-DD45-B16D-B294168FAF40}" destId="{8F152A03-DE6D-F04D-B956-C0A0EDBC4F2C}" srcOrd="0" destOrd="0" presId="urn:microsoft.com/office/officeart/2005/8/layout/hierarchy1"/>
    <dgm:cxn modelId="{DB3CA364-1D12-2A4E-A710-A59A65354F35}" type="presOf" srcId="{FDE9A882-3683-3C4E-BF38-2FE2DCC2E575}" destId="{43AFB993-85AA-2A47-8779-53E8120C479F}" srcOrd="0" destOrd="0" presId="urn:microsoft.com/office/officeart/2005/8/layout/hierarchy1"/>
    <dgm:cxn modelId="{62491EBF-2165-8748-BB66-881E23FCA683}" type="presOf" srcId="{54743A1D-BB50-0340-BB94-9696C98D1024}" destId="{ADCED856-6A9B-3C4A-B8D6-F9DA4B142904}" srcOrd="0" destOrd="0" presId="urn:microsoft.com/office/officeart/2005/8/layout/hierarchy1"/>
    <dgm:cxn modelId="{F2AA0DE8-B72D-E548-8867-0D54CFB4999D}" type="presOf" srcId="{DFFB333E-BD86-EA45-808E-5B56ECB81C63}" destId="{42F3F3B9-594C-9740-9F69-EB5DA97AD616}" srcOrd="0" destOrd="0" presId="urn:microsoft.com/office/officeart/2005/8/layout/hierarchy1"/>
    <dgm:cxn modelId="{797C14F1-4AA3-834E-B3DA-4451D2E86D10}" srcId="{DE8AED3E-194E-5344-8595-ECB7884E0F62}" destId="{C158FEA9-551F-F340-BCD3-009E41CCFA8B}" srcOrd="1" destOrd="0" parTransId="{57ADCBB3-6C42-4E41-A407-9DA0F8E348C3}" sibTransId="{6E8A1D1C-B7EB-6F40-9567-1848C2AA6BAD}"/>
    <dgm:cxn modelId="{5E5A5CEB-2180-A245-A647-193BEEDEEFBB}" type="presOf" srcId="{28D7CD83-A2D5-6242-8F23-79984ED4A0C2}" destId="{57F0BA80-F094-0345-AFCD-E4AAFF3BD606}" srcOrd="0" destOrd="0" presId="urn:microsoft.com/office/officeart/2005/8/layout/hierarchy1"/>
    <dgm:cxn modelId="{70A294FA-017C-7542-A2D5-07D847CB7CE0}" type="presOf" srcId="{D0A538B3-5E20-154B-9402-00018AB1CE1A}" destId="{320D5009-F935-6447-BF79-010D8AC2B001}" srcOrd="0" destOrd="0" presId="urn:microsoft.com/office/officeart/2005/8/layout/hierarchy1"/>
    <dgm:cxn modelId="{0052F7F9-4105-B949-A1FC-CBCC4A4D5159}" type="presOf" srcId="{9E27E337-2F18-ED4D-8417-50307C63B699}" destId="{5070472A-14C8-EF47-92EE-4BCC5F833DA7}" srcOrd="0" destOrd="0" presId="urn:microsoft.com/office/officeart/2005/8/layout/hierarchy1"/>
    <dgm:cxn modelId="{DDC94000-83EA-9540-84F5-3EBFB2D0FCC6}" type="presOf" srcId="{ABE06533-7433-D840-AD5A-259BDEEFA5BB}" destId="{FE720852-54F3-5044-BA4C-C7298FD52EE2}" srcOrd="0" destOrd="0" presId="urn:microsoft.com/office/officeart/2005/8/layout/hierarchy1"/>
    <dgm:cxn modelId="{28E188CB-61F4-8B42-9FB5-2288203F2CB2}" type="presOf" srcId="{F438DD06-1920-0F4F-B335-529FB9EB3CCD}" destId="{6D251743-B9B0-154E-A4A3-CE153BED16B0}" srcOrd="0" destOrd="0" presId="urn:microsoft.com/office/officeart/2005/8/layout/hierarchy1"/>
    <dgm:cxn modelId="{D1339136-0F45-8248-9939-90849F5B3950}" type="presOf" srcId="{C158FEA9-551F-F340-BCD3-009E41CCFA8B}" destId="{BCA2A25C-0E9D-F842-AA09-CD61DBE1462E}" srcOrd="0" destOrd="0" presId="urn:microsoft.com/office/officeart/2005/8/layout/hierarchy1"/>
    <dgm:cxn modelId="{507BE2E6-0657-7C41-B9C2-C3ACF546BB36}" srcId="{9E27E337-2F18-ED4D-8417-50307C63B699}" destId="{F438DD06-1920-0F4F-B335-529FB9EB3CCD}" srcOrd="0" destOrd="0" parTransId="{474F68C4-E96F-104F-9802-5D7AE68E5AC7}" sibTransId="{6529E9A0-9C7C-EF47-8701-8C357493B1C5}"/>
    <dgm:cxn modelId="{2479DACA-16A0-3443-B2F6-7821ADBB31B4}" srcId="{83A4FFFC-F355-DD45-B16D-B294168FAF40}" destId="{49A9250F-8967-D94C-996B-3877717690F4}" srcOrd="0" destOrd="0" parTransId="{F72B4D92-C538-3E4A-B49E-7525668F7EF6}" sibTransId="{188760D3-8F26-5D4F-918E-92B87A4B588D}"/>
    <dgm:cxn modelId="{A725037D-DD4C-6F4F-8974-94D82C6D8BC8}" srcId="{F438DD06-1920-0F4F-B335-529FB9EB3CCD}" destId="{83A4FFFC-F355-DD45-B16D-B294168FAF40}" srcOrd="0" destOrd="0" parTransId="{A0C69801-2634-CE44-8813-10DCBCC0B641}" sibTransId="{25B94FFD-6C38-D441-9127-E80FAC009A9E}"/>
    <dgm:cxn modelId="{56589E03-B3CC-2742-A0C7-B9A49865F471}" type="presOf" srcId="{94C494ED-1212-E94E-B4E4-1FC078A4F050}" destId="{B3F61F8E-EE26-2D40-9AD2-7CB1D8D534D5}" srcOrd="0" destOrd="0" presId="urn:microsoft.com/office/officeart/2005/8/layout/hierarchy1"/>
    <dgm:cxn modelId="{6EA37483-C4B6-EF41-991E-313BBFFDE0AF}" type="presOf" srcId="{6B20808E-30C6-AE4D-817F-3FA86608464E}" destId="{DE6334E6-6844-5D42-A4C8-7B1CF898D311}" srcOrd="0" destOrd="0" presId="urn:microsoft.com/office/officeart/2005/8/layout/hierarchy1"/>
    <dgm:cxn modelId="{75A32932-0F49-C642-915B-EBDB5454412C}" srcId="{F438DD06-1920-0F4F-B335-529FB9EB3CCD}" destId="{C6F593B6-370E-1245-8EE4-32DD16FCCF97}" srcOrd="2" destOrd="0" parTransId="{A6A7C837-735F-6B42-AAB2-9D864B3822F7}" sibTransId="{6FDB4638-275F-144E-89B1-C54C464F8F5F}"/>
    <dgm:cxn modelId="{91F5CAD3-45E7-B74D-A5EA-2838E7068BDB}" type="presOf" srcId="{BA468083-F6AB-914E-9667-892ACCA83AFF}" destId="{8DDDFCDC-70FC-C145-A652-91B5B731C214}" srcOrd="0" destOrd="0" presId="urn:microsoft.com/office/officeart/2005/8/layout/hierarchy1"/>
    <dgm:cxn modelId="{289349D9-B5DA-5A4B-A2C6-B0C469E6FA8F}" srcId="{F438DD06-1920-0F4F-B335-529FB9EB3CCD}" destId="{D0A538B3-5E20-154B-9402-00018AB1CE1A}" srcOrd="4" destOrd="0" parTransId="{1E7CE977-17FC-5A4B-ADCD-6F160AB34E00}" sibTransId="{DE84990D-857C-2748-8152-A6EFBFB65619}"/>
    <dgm:cxn modelId="{D267B41E-2791-8C41-8D89-B1F113623C5C}" type="presOf" srcId="{5ACC8D03-DAC6-AF40-92AC-FBA7FFB8F584}" destId="{154A0584-DCC1-084A-AC26-85546209D87C}" srcOrd="0" destOrd="0" presId="urn:microsoft.com/office/officeart/2005/8/layout/hierarchy1"/>
    <dgm:cxn modelId="{70410ED9-8F7C-6047-8F26-2C9742676246}" srcId="{F438DD06-1920-0F4F-B335-529FB9EB3CCD}" destId="{F786EB3B-A76A-7C49-96C6-4EA89826BAD5}" srcOrd="3" destOrd="0" parTransId="{506E2C9A-EE15-6546-B7A5-6D66103FE889}" sibTransId="{CA8B480C-4FA0-8D41-8B52-C559A69BB8AC}"/>
    <dgm:cxn modelId="{88C7E31A-B3DB-2742-8402-1A1DE9226D06}" srcId="{DE8AED3E-194E-5344-8595-ECB7884E0F62}" destId="{54743A1D-BB50-0340-BB94-9696C98D1024}" srcOrd="2" destOrd="0" parTransId="{94C494ED-1212-E94E-B4E4-1FC078A4F050}" sibTransId="{14FD8476-A7D6-6746-BA81-2D2BE018F31E}"/>
    <dgm:cxn modelId="{B1797149-DB6D-5B4C-B615-06F21D06647E}" type="presOf" srcId="{C6F593B6-370E-1245-8EE4-32DD16FCCF97}" destId="{769A23AD-E69B-AD4D-AECB-FAD8F8E59110}" srcOrd="0" destOrd="0" presId="urn:microsoft.com/office/officeart/2005/8/layout/hierarchy1"/>
    <dgm:cxn modelId="{AE91879E-F7F0-2544-B973-B8C285E912C0}" type="presOf" srcId="{49A9250F-8967-D94C-996B-3877717690F4}" destId="{4583C51E-BD04-0E41-AE24-6E8BFFDF257C}" srcOrd="0" destOrd="0" presId="urn:microsoft.com/office/officeart/2005/8/layout/hierarchy1"/>
    <dgm:cxn modelId="{869A3012-BF4E-1646-9F5E-EF371826A52C}" type="presOf" srcId="{506E2C9A-EE15-6546-B7A5-6D66103FE889}" destId="{39AE5626-111D-214F-B951-1D8F072522FF}" srcOrd="0" destOrd="0" presId="urn:microsoft.com/office/officeart/2005/8/layout/hierarchy1"/>
    <dgm:cxn modelId="{F4A47343-CB5B-F04C-812B-11BCF72D7487}" type="presOf" srcId="{F72B4D92-C538-3E4A-B49E-7525668F7EF6}" destId="{CB9A6088-AB86-A046-94E1-C9F9294EFCF0}" srcOrd="0" destOrd="0" presId="urn:microsoft.com/office/officeart/2005/8/layout/hierarchy1"/>
    <dgm:cxn modelId="{45E3EB56-04D3-5E4D-BE6F-AB73219B4988}" srcId="{83A4FFFC-F355-DD45-B16D-B294168FAF40}" destId="{6B20808E-30C6-AE4D-817F-3FA86608464E}" srcOrd="2" destOrd="0" parTransId="{28D7CD83-A2D5-6242-8F23-79984ED4A0C2}" sibTransId="{07B4D30F-5A93-9D43-B40B-A4477C7C0540}"/>
    <dgm:cxn modelId="{904AD7B6-C267-5F4F-A930-CDC43EB9D2C0}" type="presOf" srcId="{BFE7ECF9-311F-2D4C-8160-5898E2E24E68}" destId="{180402FB-F5A4-4141-AC7E-8A95BE33C2A0}" srcOrd="0" destOrd="0" presId="urn:microsoft.com/office/officeart/2005/8/layout/hierarchy1"/>
    <dgm:cxn modelId="{1E2BD847-62AC-A04C-95C0-F04DD5D90F5A}" type="presOf" srcId="{57ADCBB3-6C42-4E41-A407-9DA0F8E348C3}" destId="{9530937C-9BD4-4B4A-AEBF-7B1EC1F06124}" srcOrd="0" destOrd="0" presId="urn:microsoft.com/office/officeart/2005/8/layout/hierarchy1"/>
    <dgm:cxn modelId="{1B9D5E95-8BC9-1447-8B76-C7FF55FF660E}" type="presOf" srcId="{16D04202-63A7-934D-8512-3E8E21DFAE37}" destId="{509C0C0A-FF0B-1746-880B-411DB523E92C}" srcOrd="0" destOrd="0" presId="urn:microsoft.com/office/officeart/2005/8/layout/hierarchy1"/>
    <dgm:cxn modelId="{57465F03-B99A-DF49-8725-1498A81050C9}" type="presParOf" srcId="{5070472A-14C8-EF47-92EE-4BCC5F833DA7}" destId="{267BA29E-B662-524E-B23C-6F6485579F3D}" srcOrd="0" destOrd="0" presId="urn:microsoft.com/office/officeart/2005/8/layout/hierarchy1"/>
    <dgm:cxn modelId="{99123A41-F92E-BD4E-BD70-A3438D21F4BC}" type="presParOf" srcId="{267BA29E-B662-524E-B23C-6F6485579F3D}" destId="{8AA5E93F-86C3-5B45-885B-3D596177B753}" srcOrd="0" destOrd="0" presId="urn:microsoft.com/office/officeart/2005/8/layout/hierarchy1"/>
    <dgm:cxn modelId="{F3366E9A-BBFC-3B43-A1DA-3988EF07C6CB}" type="presParOf" srcId="{8AA5E93F-86C3-5B45-885B-3D596177B753}" destId="{B290FD89-7DBA-594D-8446-815B8B1CC734}" srcOrd="0" destOrd="0" presId="urn:microsoft.com/office/officeart/2005/8/layout/hierarchy1"/>
    <dgm:cxn modelId="{2C299BE2-75E1-F945-9191-7A65D5ACCAFF}" type="presParOf" srcId="{8AA5E93F-86C3-5B45-885B-3D596177B753}" destId="{6D251743-B9B0-154E-A4A3-CE153BED16B0}" srcOrd="1" destOrd="0" presId="urn:microsoft.com/office/officeart/2005/8/layout/hierarchy1"/>
    <dgm:cxn modelId="{7743524C-F888-5847-86A8-E6B5158D56C2}" type="presParOf" srcId="{267BA29E-B662-524E-B23C-6F6485579F3D}" destId="{F6EEF5FF-C10F-E642-9EDA-C87ECBBAFEE3}" srcOrd="1" destOrd="0" presId="urn:microsoft.com/office/officeart/2005/8/layout/hierarchy1"/>
    <dgm:cxn modelId="{74133221-986F-2E4E-A566-4C33412AAC65}" type="presParOf" srcId="{F6EEF5FF-C10F-E642-9EDA-C87ECBBAFEE3}" destId="{CF055AF5-8C90-8E4C-8290-566C3B3620A9}" srcOrd="0" destOrd="0" presId="urn:microsoft.com/office/officeart/2005/8/layout/hierarchy1"/>
    <dgm:cxn modelId="{CAD722D6-078E-3746-9EE3-7DA5F2B21424}" type="presParOf" srcId="{F6EEF5FF-C10F-E642-9EDA-C87ECBBAFEE3}" destId="{A6BE97C8-1417-FB4B-B2EC-AD6B82C7CE85}" srcOrd="1" destOrd="0" presId="urn:microsoft.com/office/officeart/2005/8/layout/hierarchy1"/>
    <dgm:cxn modelId="{0DF4914B-7B5F-914C-9E74-F328C296F956}" type="presParOf" srcId="{A6BE97C8-1417-FB4B-B2EC-AD6B82C7CE85}" destId="{D452E44B-082B-8847-BE34-F9ED6B41A302}" srcOrd="0" destOrd="0" presId="urn:microsoft.com/office/officeart/2005/8/layout/hierarchy1"/>
    <dgm:cxn modelId="{1CC09EDD-2052-794B-8798-669160E4C93C}" type="presParOf" srcId="{D452E44B-082B-8847-BE34-F9ED6B41A302}" destId="{7AA30159-593B-D949-9909-AC23C4708D0E}" srcOrd="0" destOrd="0" presId="urn:microsoft.com/office/officeart/2005/8/layout/hierarchy1"/>
    <dgm:cxn modelId="{B71C3D46-D5F1-B141-939A-1F4D31AD57CB}" type="presParOf" srcId="{D452E44B-082B-8847-BE34-F9ED6B41A302}" destId="{8F152A03-DE6D-F04D-B956-C0A0EDBC4F2C}" srcOrd="1" destOrd="0" presId="urn:microsoft.com/office/officeart/2005/8/layout/hierarchy1"/>
    <dgm:cxn modelId="{F4EC699D-A64F-5440-9884-EA84225FE99E}" type="presParOf" srcId="{A6BE97C8-1417-FB4B-B2EC-AD6B82C7CE85}" destId="{03949313-BFC1-DF43-956A-4EE551A580E4}" srcOrd="1" destOrd="0" presId="urn:microsoft.com/office/officeart/2005/8/layout/hierarchy1"/>
    <dgm:cxn modelId="{4C4B1017-1A14-0C47-A482-2558C6977F36}" type="presParOf" srcId="{03949313-BFC1-DF43-956A-4EE551A580E4}" destId="{CB9A6088-AB86-A046-94E1-C9F9294EFCF0}" srcOrd="0" destOrd="0" presId="urn:microsoft.com/office/officeart/2005/8/layout/hierarchy1"/>
    <dgm:cxn modelId="{81D144F4-7A79-C74F-95C1-2D5279874AB5}" type="presParOf" srcId="{03949313-BFC1-DF43-956A-4EE551A580E4}" destId="{FE455DE2-6924-4244-A8E4-35542A224BF1}" srcOrd="1" destOrd="0" presId="urn:microsoft.com/office/officeart/2005/8/layout/hierarchy1"/>
    <dgm:cxn modelId="{63ACD347-05D3-D441-932C-0A68D0352293}" type="presParOf" srcId="{FE455DE2-6924-4244-A8E4-35542A224BF1}" destId="{4D1B97EE-C6F6-0749-8F89-CCA0D3CC8E87}" srcOrd="0" destOrd="0" presId="urn:microsoft.com/office/officeart/2005/8/layout/hierarchy1"/>
    <dgm:cxn modelId="{7BEDF1B0-EC57-514A-ABBC-7BA37CD6B03C}" type="presParOf" srcId="{4D1B97EE-C6F6-0749-8F89-CCA0D3CC8E87}" destId="{F02E4273-FCA0-924A-99BE-F8C7E7196634}" srcOrd="0" destOrd="0" presId="urn:microsoft.com/office/officeart/2005/8/layout/hierarchy1"/>
    <dgm:cxn modelId="{1E385088-1CB0-084C-BE0D-E9ED40750644}" type="presParOf" srcId="{4D1B97EE-C6F6-0749-8F89-CCA0D3CC8E87}" destId="{4583C51E-BD04-0E41-AE24-6E8BFFDF257C}" srcOrd="1" destOrd="0" presId="urn:microsoft.com/office/officeart/2005/8/layout/hierarchy1"/>
    <dgm:cxn modelId="{D6699F48-5C34-F14A-BBC7-01D97623EBB8}" type="presParOf" srcId="{FE455DE2-6924-4244-A8E4-35542A224BF1}" destId="{9D8669F9-EE54-D743-9549-537B1AB27209}" srcOrd="1" destOrd="0" presId="urn:microsoft.com/office/officeart/2005/8/layout/hierarchy1"/>
    <dgm:cxn modelId="{4A8F3241-F61D-F343-924E-1FA65FB48FB2}" type="presParOf" srcId="{03949313-BFC1-DF43-956A-4EE551A580E4}" destId="{16EBEDAD-2DD3-4640-B4FF-737EE41F0E55}" srcOrd="2" destOrd="0" presId="urn:microsoft.com/office/officeart/2005/8/layout/hierarchy1"/>
    <dgm:cxn modelId="{3B5F7C1D-76C6-ED44-81EC-65A91DEFAD44}" type="presParOf" srcId="{03949313-BFC1-DF43-956A-4EE551A580E4}" destId="{8580FC8D-C665-CF40-9FE5-129D99ABE98B}" srcOrd="3" destOrd="0" presId="urn:microsoft.com/office/officeart/2005/8/layout/hierarchy1"/>
    <dgm:cxn modelId="{AE1544A7-941E-8B41-8588-DF0B0565F401}" type="presParOf" srcId="{8580FC8D-C665-CF40-9FE5-129D99ABE98B}" destId="{65E1632F-DF87-4242-91F3-FF4043EC6510}" srcOrd="0" destOrd="0" presId="urn:microsoft.com/office/officeart/2005/8/layout/hierarchy1"/>
    <dgm:cxn modelId="{37985E02-CD34-1249-B7D2-46E82F426E6C}" type="presParOf" srcId="{65E1632F-DF87-4242-91F3-FF4043EC6510}" destId="{1199990A-0E82-3642-9480-01EE1118CBA3}" srcOrd="0" destOrd="0" presId="urn:microsoft.com/office/officeart/2005/8/layout/hierarchy1"/>
    <dgm:cxn modelId="{22E44A04-0D39-5741-A2B3-A99599E9336B}" type="presParOf" srcId="{65E1632F-DF87-4242-91F3-FF4043EC6510}" destId="{8DDDFCDC-70FC-C145-A652-91B5B731C214}" srcOrd="1" destOrd="0" presId="urn:microsoft.com/office/officeart/2005/8/layout/hierarchy1"/>
    <dgm:cxn modelId="{4CC8CFCB-6650-B84D-BE7E-4D4237FCACC9}" type="presParOf" srcId="{8580FC8D-C665-CF40-9FE5-129D99ABE98B}" destId="{A9FEAFA6-EB01-BC4C-8B86-71722F106280}" srcOrd="1" destOrd="0" presId="urn:microsoft.com/office/officeart/2005/8/layout/hierarchy1"/>
    <dgm:cxn modelId="{80BC33E6-E52C-7948-909F-2A8FD5EE32D2}" type="presParOf" srcId="{03949313-BFC1-DF43-956A-4EE551A580E4}" destId="{57F0BA80-F094-0345-AFCD-E4AAFF3BD606}" srcOrd="4" destOrd="0" presId="urn:microsoft.com/office/officeart/2005/8/layout/hierarchy1"/>
    <dgm:cxn modelId="{25722562-4551-FD4D-897D-1163D577A8C0}" type="presParOf" srcId="{03949313-BFC1-DF43-956A-4EE551A580E4}" destId="{AB4E0F34-21CA-064D-A293-9FFC5C444948}" srcOrd="5" destOrd="0" presId="urn:microsoft.com/office/officeart/2005/8/layout/hierarchy1"/>
    <dgm:cxn modelId="{CFBC65A4-0B47-C14B-B143-62E2EAAD04CC}" type="presParOf" srcId="{AB4E0F34-21CA-064D-A293-9FFC5C444948}" destId="{7C84FECA-4928-2746-A36C-5AB2C333DF98}" srcOrd="0" destOrd="0" presId="urn:microsoft.com/office/officeart/2005/8/layout/hierarchy1"/>
    <dgm:cxn modelId="{43527141-7641-DB45-A06C-79F4E3774984}" type="presParOf" srcId="{7C84FECA-4928-2746-A36C-5AB2C333DF98}" destId="{F88BC47C-29C6-6B40-B125-005C4FF45F2F}" srcOrd="0" destOrd="0" presId="urn:microsoft.com/office/officeart/2005/8/layout/hierarchy1"/>
    <dgm:cxn modelId="{2C9F7BCB-E989-044B-BF29-4FED6C151D66}" type="presParOf" srcId="{7C84FECA-4928-2746-A36C-5AB2C333DF98}" destId="{DE6334E6-6844-5D42-A4C8-7B1CF898D311}" srcOrd="1" destOrd="0" presId="urn:microsoft.com/office/officeart/2005/8/layout/hierarchy1"/>
    <dgm:cxn modelId="{5508151E-987A-FE41-9259-71AEC37CEB58}" type="presParOf" srcId="{AB4E0F34-21CA-064D-A293-9FFC5C444948}" destId="{D3F9D4F7-ECEB-8F4B-A7CA-226B87B6653A}" srcOrd="1" destOrd="0" presId="urn:microsoft.com/office/officeart/2005/8/layout/hierarchy1"/>
    <dgm:cxn modelId="{DB159A04-16DE-EC4C-A427-05B0F442045F}" type="presParOf" srcId="{F6EEF5FF-C10F-E642-9EDA-C87ECBBAFEE3}" destId="{43AFB993-85AA-2A47-8779-53E8120C479F}" srcOrd="2" destOrd="0" presId="urn:microsoft.com/office/officeart/2005/8/layout/hierarchy1"/>
    <dgm:cxn modelId="{C96D156F-1002-C24B-8224-1558EF619FD8}" type="presParOf" srcId="{F6EEF5FF-C10F-E642-9EDA-C87ECBBAFEE3}" destId="{61DBCD3B-7E0A-F14B-8F08-D329C6D135A0}" srcOrd="3" destOrd="0" presId="urn:microsoft.com/office/officeart/2005/8/layout/hierarchy1"/>
    <dgm:cxn modelId="{F4603FF0-2177-3447-9129-831020F39ED1}" type="presParOf" srcId="{61DBCD3B-7E0A-F14B-8F08-D329C6D135A0}" destId="{49084AB7-CE4E-0949-8B8B-D64894F3BA13}" srcOrd="0" destOrd="0" presId="urn:microsoft.com/office/officeart/2005/8/layout/hierarchy1"/>
    <dgm:cxn modelId="{C436DBB1-581D-5F48-9A2E-4CBD3AC1947E}" type="presParOf" srcId="{49084AB7-CE4E-0949-8B8B-D64894F3BA13}" destId="{099850FB-2713-2847-A240-290DC409E8BC}" srcOrd="0" destOrd="0" presId="urn:microsoft.com/office/officeart/2005/8/layout/hierarchy1"/>
    <dgm:cxn modelId="{4328A547-119A-F14C-B44D-BA426BEC4BCA}" type="presParOf" srcId="{49084AB7-CE4E-0949-8B8B-D64894F3BA13}" destId="{AF7EF4A8-FBE7-5A4D-A9A3-64865372E391}" srcOrd="1" destOrd="0" presId="urn:microsoft.com/office/officeart/2005/8/layout/hierarchy1"/>
    <dgm:cxn modelId="{BD1AB394-7CE3-2B49-88EE-0C2CB6872959}" type="presParOf" srcId="{61DBCD3B-7E0A-F14B-8F08-D329C6D135A0}" destId="{3D863F5C-CA37-144B-B042-6DD19196A9CE}" srcOrd="1" destOrd="0" presId="urn:microsoft.com/office/officeart/2005/8/layout/hierarchy1"/>
    <dgm:cxn modelId="{42F4F52B-849E-E24E-ABED-A41AC9442FC2}" type="presParOf" srcId="{3D863F5C-CA37-144B-B042-6DD19196A9CE}" destId="{509C0C0A-FF0B-1746-880B-411DB523E92C}" srcOrd="0" destOrd="0" presId="urn:microsoft.com/office/officeart/2005/8/layout/hierarchy1"/>
    <dgm:cxn modelId="{444CE380-26AE-E848-B696-8CD5EEB2874D}" type="presParOf" srcId="{3D863F5C-CA37-144B-B042-6DD19196A9CE}" destId="{838802C2-1A72-024F-8412-CF9A9B7AAD29}" srcOrd="1" destOrd="0" presId="urn:microsoft.com/office/officeart/2005/8/layout/hierarchy1"/>
    <dgm:cxn modelId="{9E1225AB-18D5-7C41-B5A0-4334F7009016}" type="presParOf" srcId="{838802C2-1A72-024F-8412-CF9A9B7AAD29}" destId="{5AE69AF8-3DD3-B345-82C7-8A14BC08BAF1}" srcOrd="0" destOrd="0" presId="urn:microsoft.com/office/officeart/2005/8/layout/hierarchy1"/>
    <dgm:cxn modelId="{E43B4979-28E3-FE46-B6FC-8B2B188DAD1A}" type="presParOf" srcId="{5AE69AF8-3DD3-B345-82C7-8A14BC08BAF1}" destId="{62A960E8-8353-F247-8A87-77AA7FEADF7F}" srcOrd="0" destOrd="0" presId="urn:microsoft.com/office/officeart/2005/8/layout/hierarchy1"/>
    <dgm:cxn modelId="{252A9D50-B107-5C42-BFDE-105E0B674ADD}" type="presParOf" srcId="{5AE69AF8-3DD3-B345-82C7-8A14BC08BAF1}" destId="{154A0584-DCC1-084A-AC26-85546209D87C}" srcOrd="1" destOrd="0" presId="urn:microsoft.com/office/officeart/2005/8/layout/hierarchy1"/>
    <dgm:cxn modelId="{A4FBE105-6107-A244-AFCD-84F30C2C6D8C}" type="presParOf" srcId="{838802C2-1A72-024F-8412-CF9A9B7AAD29}" destId="{1BF70071-88BB-C541-BA18-8C0582307A1B}" srcOrd="1" destOrd="0" presId="urn:microsoft.com/office/officeart/2005/8/layout/hierarchy1"/>
    <dgm:cxn modelId="{AE5C6AEB-E1C3-894E-AC0F-093846F5C16A}" type="presParOf" srcId="{3D863F5C-CA37-144B-B042-6DD19196A9CE}" destId="{9530937C-9BD4-4B4A-AEBF-7B1EC1F06124}" srcOrd="2" destOrd="0" presId="urn:microsoft.com/office/officeart/2005/8/layout/hierarchy1"/>
    <dgm:cxn modelId="{6FE054F5-F3E0-B74F-886D-F7C7CEC971B9}" type="presParOf" srcId="{3D863F5C-CA37-144B-B042-6DD19196A9CE}" destId="{39BFA992-E6D3-AF48-8C4E-2A7D6841118C}" srcOrd="3" destOrd="0" presId="urn:microsoft.com/office/officeart/2005/8/layout/hierarchy1"/>
    <dgm:cxn modelId="{2B231B12-E5F8-B742-81AE-344B6DEB8479}" type="presParOf" srcId="{39BFA992-E6D3-AF48-8C4E-2A7D6841118C}" destId="{856A7C44-4D57-E043-8ED4-55C40391E58E}" srcOrd="0" destOrd="0" presId="urn:microsoft.com/office/officeart/2005/8/layout/hierarchy1"/>
    <dgm:cxn modelId="{C020ABAD-650E-8B4E-B5BE-81892CD61B9D}" type="presParOf" srcId="{856A7C44-4D57-E043-8ED4-55C40391E58E}" destId="{55372607-2021-1947-89F2-62D514D901A9}" srcOrd="0" destOrd="0" presId="urn:microsoft.com/office/officeart/2005/8/layout/hierarchy1"/>
    <dgm:cxn modelId="{64F8A03B-2D19-0843-B423-5177870C9B33}" type="presParOf" srcId="{856A7C44-4D57-E043-8ED4-55C40391E58E}" destId="{BCA2A25C-0E9D-F842-AA09-CD61DBE1462E}" srcOrd="1" destOrd="0" presId="urn:microsoft.com/office/officeart/2005/8/layout/hierarchy1"/>
    <dgm:cxn modelId="{69F4E7D8-26DA-AF4C-A964-7503BC4AEFDD}" type="presParOf" srcId="{39BFA992-E6D3-AF48-8C4E-2A7D6841118C}" destId="{C2F4AB25-F515-564A-9B8E-E69F7B9AF812}" srcOrd="1" destOrd="0" presId="urn:microsoft.com/office/officeart/2005/8/layout/hierarchy1"/>
    <dgm:cxn modelId="{B0DB3F0B-5320-7D4E-8432-1FDC805EF697}" type="presParOf" srcId="{3D863F5C-CA37-144B-B042-6DD19196A9CE}" destId="{B3F61F8E-EE26-2D40-9AD2-7CB1D8D534D5}" srcOrd="4" destOrd="0" presId="urn:microsoft.com/office/officeart/2005/8/layout/hierarchy1"/>
    <dgm:cxn modelId="{15E3D2E8-D82A-FC4D-9A94-2A1FDE1114BC}" type="presParOf" srcId="{3D863F5C-CA37-144B-B042-6DD19196A9CE}" destId="{E6697ED8-2AF4-D84D-87D2-860FCDBC1257}" srcOrd="5" destOrd="0" presId="urn:microsoft.com/office/officeart/2005/8/layout/hierarchy1"/>
    <dgm:cxn modelId="{DE8A3A46-8A7F-3947-95EA-E1CFC57FE5AE}" type="presParOf" srcId="{E6697ED8-2AF4-D84D-87D2-860FCDBC1257}" destId="{30ABF817-2E6A-E54A-A19C-723C889C7589}" srcOrd="0" destOrd="0" presId="urn:microsoft.com/office/officeart/2005/8/layout/hierarchy1"/>
    <dgm:cxn modelId="{E0D71397-74D3-5846-A3B1-9547527C3150}" type="presParOf" srcId="{30ABF817-2E6A-E54A-A19C-723C889C7589}" destId="{DB5DBD74-15B6-574E-8731-9D30379E53F3}" srcOrd="0" destOrd="0" presId="urn:microsoft.com/office/officeart/2005/8/layout/hierarchy1"/>
    <dgm:cxn modelId="{E7565A2E-BD0D-6444-90A0-291307237F3C}" type="presParOf" srcId="{30ABF817-2E6A-E54A-A19C-723C889C7589}" destId="{ADCED856-6A9B-3C4A-B8D6-F9DA4B142904}" srcOrd="1" destOrd="0" presId="urn:microsoft.com/office/officeart/2005/8/layout/hierarchy1"/>
    <dgm:cxn modelId="{E81864C6-2436-2F48-BDA0-529DD53E3F5A}" type="presParOf" srcId="{E6697ED8-2AF4-D84D-87D2-860FCDBC1257}" destId="{7BDD5CE3-FED5-3748-8F01-8D081736EA08}" srcOrd="1" destOrd="0" presId="urn:microsoft.com/office/officeart/2005/8/layout/hierarchy1"/>
    <dgm:cxn modelId="{3661C927-257F-FE4F-94B3-A38559ECE925}" type="presParOf" srcId="{F6EEF5FF-C10F-E642-9EDA-C87ECBBAFEE3}" destId="{721E8847-4455-CA4D-82D3-2C89114313E2}" srcOrd="4" destOrd="0" presId="urn:microsoft.com/office/officeart/2005/8/layout/hierarchy1"/>
    <dgm:cxn modelId="{80896D15-4AF0-0044-A46F-D85300334F50}" type="presParOf" srcId="{F6EEF5FF-C10F-E642-9EDA-C87ECBBAFEE3}" destId="{08B6C495-0824-9C40-8465-EA268C75CAD6}" srcOrd="5" destOrd="0" presId="urn:microsoft.com/office/officeart/2005/8/layout/hierarchy1"/>
    <dgm:cxn modelId="{95280DAD-F23D-EC41-B2EA-AAC66AC1AA21}" type="presParOf" srcId="{08B6C495-0824-9C40-8465-EA268C75CAD6}" destId="{BCC823D3-E4B4-1D46-9121-118DF80BACDA}" srcOrd="0" destOrd="0" presId="urn:microsoft.com/office/officeart/2005/8/layout/hierarchy1"/>
    <dgm:cxn modelId="{F8F3911B-4AD6-C242-A9D2-4B220E0F4BA8}" type="presParOf" srcId="{BCC823D3-E4B4-1D46-9121-118DF80BACDA}" destId="{5F711D46-7028-2441-9757-2D8C79BD4127}" srcOrd="0" destOrd="0" presId="urn:microsoft.com/office/officeart/2005/8/layout/hierarchy1"/>
    <dgm:cxn modelId="{AA7A9363-6E1E-8843-AC29-58BC06D5821D}" type="presParOf" srcId="{BCC823D3-E4B4-1D46-9121-118DF80BACDA}" destId="{769A23AD-E69B-AD4D-AECB-FAD8F8E59110}" srcOrd="1" destOrd="0" presId="urn:microsoft.com/office/officeart/2005/8/layout/hierarchy1"/>
    <dgm:cxn modelId="{0189B298-186E-2342-BB70-762C8F24DAEF}" type="presParOf" srcId="{08B6C495-0824-9C40-8465-EA268C75CAD6}" destId="{90E54C89-0D3F-1A4B-AF9F-033A032807A3}" srcOrd="1" destOrd="0" presId="urn:microsoft.com/office/officeart/2005/8/layout/hierarchy1"/>
    <dgm:cxn modelId="{CD36B32D-DE4F-1A4D-A8DA-C32B97A6FF2D}" type="presParOf" srcId="{F6EEF5FF-C10F-E642-9EDA-C87ECBBAFEE3}" destId="{39AE5626-111D-214F-B951-1D8F072522FF}" srcOrd="6" destOrd="0" presId="urn:microsoft.com/office/officeart/2005/8/layout/hierarchy1"/>
    <dgm:cxn modelId="{253C449E-5AC2-3A4B-8FB4-381B8D3732BF}" type="presParOf" srcId="{F6EEF5FF-C10F-E642-9EDA-C87ECBBAFEE3}" destId="{37A9D92A-1633-7545-8406-FEA37C3D45CA}" srcOrd="7" destOrd="0" presId="urn:microsoft.com/office/officeart/2005/8/layout/hierarchy1"/>
    <dgm:cxn modelId="{9E7D1B58-ED5F-804C-A37D-65E7EBE7523D}" type="presParOf" srcId="{37A9D92A-1633-7545-8406-FEA37C3D45CA}" destId="{5139C734-9A3E-F442-8AEA-2E30905A3386}" srcOrd="0" destOrd="0" presId="urn:microsoft.com/office/officeart/2005/8/layout/hierarchy1"/>
    <dgm:cxn modelId="{02E45BEC-BCAD-C04E-BD88-95E13FDD3BFA}" type="presParOf" srcId="{5139C734-9A3E-F442-8AEA-2E30905A3386}" destId="{4FD959A6-6B10-8742-BC68-B58B63F1EB11}" srcOrd="0" destOrd="0" presId="urn:microsoft.com/office/officeart/2005/8/layout/hierarchy1"/>
    <dgm:cxn modelId="{F64AFD08-4957-0840-8207-1BE3B6F7ACA5}" type="presParOf" srcId="{5139C734-9A3E-F442-8AEA-2E30905A3386}" destId="{ADBD6988-01FB-7F4F-84DF-25D26EFDC00C}" srcOrd="1" destOrd="0" presId="urn:microsoft.com/office/officeart/2005/8/layout/hierarchy1"/>
    <dgm:cxn modelId="{D9D75CDE-5186-1C44-AB31-E8104A554F71}" type="presParOf" srcId="{37A9D92A-1633-7545-8406-FEA37C3D45CA}" destId="{510BDDE9-A3E4-E94E-95C9-D79BBE433FBC}" srcOrd="1" destOrd="0" presId="urn:microsoft.com/office/officeart/2005/8/layout/hierarchy1"/>
    <dgm:cxn modelId="{DE536155-BC24-CA42-AB8A-10A23DC78CB8}" type="presParOf" srcId="{F6EEF5FF-C10F-E642-9EDA-C87ECBBAFEE3}" destId="{E59B5E86-B2AA-8C42-A1DE-35BACA90D93D}" srcOrd="8" destOrd="0" presId="urn:microsoft.com/office/officeart/2005/8/layout/hierarchy1"/>
    <dgm:cxn modelId="{CAB84C5D-5F4F-EA48-AF7B-7B59624981C1}" type="presParOf" srcId="{F6EEF5FF-C10F-E642-9EDA-C87ECBBAFEE3}" destId="{3996A23C-051D-2044-9FA2-59FBCF4A8A17}" srcOrd="9" destOrd="0" presId="urn:microsoft.com/office/officeart/2005/8/layout/hierarchy1"/>
    <dgm:cxn modelId="{7ECFC5D3-6DA6-A246-8413-3347570F32F5}" type="presParOf" srcId="{3996A23C-051D-2044-9FA2-59FBCF4A8A17}" destId="{6FA53F9A-B164-9D4E-91DC-A38EED338375}" srcOrd="0" destOrd="0" presId="urn:microsoft.com/office/officeart/2005/8/layout/hierarchy1"/>
    <dgm:cxn modelId="{4E020318-A24C-6B4C-B48D-43BE64EE44C0}" type="presParOf" srcId="{6FA53F9A-B164-9D4E-91DC-A38EED338375}" destId="{68830F0B-FDDE-4F43-8200-419250CCCF57}" srcOrd="0" destOrd="0" presId="urn:microsoft.com/office/officeart/2005/8/layout/hierarchy1"/>
    <dgm:cxn modelId="{CA01D132-ACFA-4C4C-9CE3-2D7980611DE4}" type="presParOf" srcId="{6FA53F9A-B164-9D4E-91DC-A38EED338375}" destId="{320D5009-F935-6447-BF79-010D8AC2B001}" srcOrd="1" destOrd="0" presId="urn:microsoft.com/office/officeart/2005/8/layout/hierarchy1"/>
    <dgm:cxn modelId="{F25CB693-4151-D040-9A09-6A41740A856E}" type="presParOf" srcId="{3996A23C-051D-2044-9FA2-59FBCF4A8A17}" destId="{F120BB33-1777-1242-A246-C17A1955960B}" srcOrd="1" destOrd="0" presId="urn:microsoft.com/office/officeart/2005/8/layout/hierarchy1"/>
    <dgm:cxn modelId="{5C928587-72E0-6E41-873F-F3197C295FAC}" type="presParOf" srcId="{F120BB33-1777-1242-A246-C17A1955960B}" destId="{FE720852-54F3-5044-BA4C-C7298FD52EE2}" srcOrd="0" destOrd="0" presId="urn:microsoft.com/office/officeart/2005/8/layout/hierarchy1"/>
    <dgm:cxn modelId="{5AFD517E-C4FE-A64A-8A3C-AC6C08F3D475}" type="presParOf" srcId="{F120BB33-1777-1242-A246-C17A1955960B}" destId="{81BF82B5-A164-6549-937A-9123AC0A2857}" srcOrd="1" destOrd="0" presId="urn:microsoft.com/office/officeart/2005/8/layout/hierarchy1"/>
    <dgm:cxn modelId="{7760A72D-1DF5-8749-B87F-26AB05251AFD}" type="presParOf" srcId="{81BF82B5-A164-6549-937A-9123AC0A2857}" destId="{53EBCB5A-8E92-284F-BED9-10D4F5D80220}" srcOrd="0" destOrd="0" presId="urn:microsoft.com/office/officeart/2005/8/layout/hierarchy1"/>
    <dgm:cxn modelId="{1567BE82-C419-4848-A099-16150ABC0423}" type="presParOf" srcId="{53EBCB5A-8E92-284F-BED9-10D4F5D80220}" destId="{26694892-3A51-6C45-82AB-A4625693F660}" srcOrd="0" destOrd="0" presId="urn:microsoft.com/office/officeart/2005/8/layout/hierarchy1"/>
    <dgm:cxn modelId="{699D52E3-1626-CA45-BEB0-9929488524AF}" type="presParOf" srcId="{53EBCB5A-8E92-284F-BED9-10D4F5D80220}" destId="{0FC8082C-B34C-0940-8E61-38506ECCCB66}" srcOrd="1" destOrd="0" presId="urn:microsoft.com/office/officeart/2005/8/layout/hierarchy1"/>
    <dgm:cxn modelId="{84DA1C99-26B2-4B45-A958-5551E70C0177}" type="presParOf" srcId="{81BF82B5-A164-6549-937A-9123AC0A2857}" destId="{117E7AE7-C059-BB48-A6D5-890BD6FD1F38}" srcOrd="1" destOrd="0" presId="urn:microsoft.com/office/officeart/2005/8/layout/hierarchy1"/>
    <dgm:cxn modelId="{D77D7E84-4CA0-8D44-A14F-8FCCE4BF4DB8}" type="presParOf" srcId="{F120BB33-1777-1242-A246-C17A1955960B}" destId="{180402FB-F5A4-4141-AC7E-8A95BE33C2A0}" srcOrd="2" destOrd="0" presId="urn:microsoft.com/office/officeart/2005/8/layout/hierarchy1"/>
    <dgm:cxn modelId="{52CB3D60-F6EA-AA47-8CE4-162EB2C9F875}" type="presParOf" srcId="{F120BB33-1777-1242-A246-C17A1955960B}" destId="{A277D791-BE53-344F-930B-66140EC6B8CF}" srcOrd="3" destOrd="0" presId="urn:microsoft.com/office/officeart/2005/8/layout/hierarchy1"/>
    <dgm:cxn modelId="{BC3AFC3D-D047-4E46-8786-9C3B1E81333A}" type="presParOf" srcId="{A277D791-BE53-344F-930B-66140EC6B8CF}" destId="{57DABBF9-8053-624D-A007-E23F59E447F0}" srcOrd="0" destOrd="0" presId="urn:microsoft.com/office/officeart/2005/8/layout/hierarchy1"/>
    <dgm:cxn modelId="{8BE35EA6-F8F0-FE40-9AC2-F80ED4CDB793}" type="presParOf" srcId="{57DABBF9-8053-624D-A007-E23F59E447F0}" destId="{4D3E74E7-FFAD-CF49-905A-976B189E4C9B}" srcOrd="0" destOrd="0" presId="urn:microsoft.com/office/officeart/2005/8/layout/hierarchy1"/>
    <dgm:cxn modelId="{D38A9876-3997-2F42-8B62-0C0AD6A40316}" type="presParOf" srcId="{57DABBF9-8053-624D-A007-E23F59E447F0}" destId="{42F3F3B9-594C-9740-9F69-EB5DA97AD616}" srcOrd="1" destOrd="0" presId="urn:microsoft.com/office/officeart/2005/8/layout/hierarchy1"/>
    <dgm:cxn modelId="{9F39BE25-52E1-BC4D-955F-FF4218807635}" type="presParOf" srcId="{A277D791-BE53-344F-930B-66140EC6B8CF}" destId="{70204918-2D99-0447-A69C-0417F58D486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302F7-42D6-EB48-8724-44828FD4E9F3}" type="datetimeFigureOut">
              <a:rPr lang="en-US" smtClean="0"/>
              <a:t>1/30/2014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828A1-0C2B-F649-9784-938DDD3CD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568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302F7-42D6-EB48-8724-44828FD4E9F3}" type="datetimeFigureOut">
              <a:rPr lang="en-US" smtClean="0"/>
              <a:t>1/30/2014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828A1-0C2B-F649-9784-938DDD3CD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400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302F7-42D6-EB48-8724-44828FD4E9F3}" type="datetimeFigureOut">
              <a:rPr lang="en-US" smtClean="0"/>
              <a:t>1/30/2014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828A1-0C2B-F649-9784-938DDD3CD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256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302F7-42D6-EB48-8724-44828FD4E9F3}" type="datetimeFigureOut">
              <a:rPr lang="en-US" smtClean="0"/>
              <a:t>1/30/2014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828A1-0C2B-F649-9784-938DDD3CD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157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302F7-42D6-EB48-8724-44828FD4E9F3}" type="datetimeFigureOut">
              <a:rPr lang="en-US" smtClean="0"/>
              <a:t>1/30/2014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828A1-0C2B-F649-9784-938DDD3CD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830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302F7-42D6-EB48-8724-44828FD4E9F3}" type="datetimeFigureOut">
              <a:rPr lang="en-US" smtClean="0"/>
              <a:t>1/30/2014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828A1-0C2B-F649-9784-938DDD3CD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388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302F7-42D6-EB48-8724-44828FD4E9F3}" type="datetimeFigureOut">
              <a:rPr lang="en-US" smtClean="0"/>
              <a:t>1/30/2014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828A1-0C2B-F649-9784-938DDD3CD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001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302F7-42D6-EB48-8724-44828FD4E9F3}" type="datetimeFigureOut">
              <a:rPr lang="en-US" smtClean="0"/>
              <a:t>1/30/2014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828A1-0C2B-F649-9784-938DDD3CD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632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302F7-42D6-EB48-8724-44828FD4E9F3}" type="datetimeFigureOut">
              <a:rPr lang="en-US" smtClean="0"/>
              <a:t>1/30/2014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828A1-0C2B-F649-9784-938DDD3CD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539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302F7-42D6-EB48-8724-44828FD4E9F3}" type="datetimeFigureOut">
              <a:rPr lang="en-US" smtClean="0"/>
              <a:t>1/30/2014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828A1-0C2B-F649-9784-938DDD3CD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956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302F7-42D6-EB48-8724-44828FD4E9F3}" type="datetimeFigureOut">
              <a:rPr lang="en-US" smtClean="0"/>
              <a:t>1/30/2014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828A1-0C2B-F649-9784-938DDD3CD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401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0302F7-42D6-EB48-8724-44828FD4E9F3}" type="datetimeFigureOut">
              <a:rPr lang="en-US" smtClean="0"/>
              <a:t>1/30/2014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5828A1-0C2B-F649-9784-938DDD3CD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822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postgis.refractions.net/documentation/manual-1.3SVN/ch04.html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23752" y="116854"/>
            <a:ext cx="9067663" cy="6370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rgbClr val="FF0000"/>
                </a:solidFill>
              </a:rPr>
              <a:t>Geo-Location(s):              </a:t>
            </a:r>
            <a:r>
              <a:rPr lang="en-GB" sz="1200" b="1" dirty="0" err="1"/>
              <a:t>plant_trials</a:t>
            </a:r>
            <a:r>
              <a:rPr lang="en-GB" sz="1200" b="1" dirty="0"/>
              <a:t>        </a:t>
            </a:r>
            <a:r>
              <a:rPr lang="en-GB" sz="1200" dirty="0"/>
              <a:t>initially</a:t>
            </a:r>
            <a:r>
              <a:rPr lang="en-GB" sz="1200" b="1" dirty="0"/>
              <a:t> </a:t>
            </a:r>
          </a:p>
          <a:p>
            <a:r>
              <a:rPr lang="en-GB" sz="1200" dirty="0"/>
              <a:t>1. </a:t>
            </a:r>
            <a:r>
              <a:rPr lang="en-GB" sz="1200" b="1" dirty="0" err="1"/>
              <a:t>plant_trials</a:t>
            </a:r>
            <a:r>
              <a:rPr lang="en-GB" sz="1200" dirty="0"/>
              <a:t> table has got a </a:t>
            </a:r>
            <a:r>
              <a:rPr lang="en-GB" sz="1200" dirty="0" err="1"/>
              <a:t>place_name</a:t>
            </a:r>
            <a:r>
              <a:rPr lang="en-GB" sz="1200" dirty="0"/>
              <a:t> field and country (ISO 3 letters)</a:t>
            </a:r>
          </a:p>
          <a:p>
            <a:r>
              <a:rPr lang="en-GB" sz="1200" dirty="0"/>
              <a:t>2.</a:t>
            </a:r>
            <a:r>
              <a:rPr lang="en-GB" sz="1200" b="1" dirty="0"/>
              <a:t> </a:t>
            </a:r>
            <a:r>
              <a:rPr lang="en-GB" sz="1200" b="1" dirty="0" err="1"/>
              <a:t>plant_trials</a:t>
            </a:r>
            <a:r>
              <a:rPr lang="en-GB" sz="1200" dirty="0"/>
              <a:t> has latitude and longitude but without reference to an ellipsoid of reference (I suppose it is WGS84 …but </a:t>
            </a:r>
            <a:r>
              <a:rPr lang="en-GB" sz="1200" dirty="0" err="1"/>
              <a:t>PostGIS</a:t>
            </a:r>
            <a:r>
              <a:rPr lang="en-GB" sz="1200" dirty="0"/>
              <a:t> will do this with SRID)</a:t>
            </a:r>
          </a:p>
          <a:p>
            <a:r>
              <a:rPr lang="en-GB" sz="1200" dirty="0"/>
              <a:t>3. </a:t>
            </a:r>
            <a:r>
              <a:rPr lang="en-GB" sz="1200" b="1" dirty="0" err="1"/>
              <a:t>plant_scoring_units</a:t>
            </a:r>
            <a:r>
              <a:rPr lang="en-GB" sz="1200" dirty="0"/>
              <a:t> may need to get a </a:t>
            </a:r>
            <a:r>
              <a:rPr lang="en-GB" sz="1200" dirty="0" err="1"/>
              <a:t>geolocation</a:t>
            </a:r>
            <a:r>
              <a:rPr lang="en-GB" sz="1200" dirty="0"/>
              <a:t> as well</a:t>
            </a:r>
          </a:p>
          <a:p>
            <a:r>
              <a:rPr lang="en-GB" sz="1200" dirty="0"/>
              <a:t>4. </a:t>
            </a:r>
            <a:r>
              <a:rPr lang="en-GB" sz="1200" b="1" dirty="0" err="1"/>
              <a:t>plant_lines</a:t>
            </a:r>
            <a:r>
              <a:rPr lang="en-GB" sz="1200" dirty="0"/>
              <a:t> and </a:t>
            </a:r>
            <a:r>
              <a:rPr lang="en-GB" sz="1200" b="1" dirty="0" err="1"/>
              <a:t>plant_variety</a:t>
            </a:r>
            <a:r>
              <a:rPr lang="en-GB" sz="1200" b="1" dirty="0"/>
              <a:t> and </a:t>
            </a:r>
            <a:r>
              <a:rPr lang="en-GB" sz="1200" b="1" dirty="0" err="1"/>
              <a:t>plant_variety_detail</a:t>
            </a:r>
            <a:r>
              <a:rPr lang="en-GB" sz="1200" dirty="0"/>
              <a:t> (has a </a:t>
            </a:r>
            <a:r>
              <a:rPr lang="en-GB" sz="1200" dirty="0" err="1"/>
              <a:t>country_of_origin</a:t>
            </a:r>
            <a:r>
              <a:rPr lang="en-GB" sz="1200" dirty="0"/>
              <a:t> field (lineage information)</a:t>
            </a:r>
          </a:p>
          <a:p>
            <a:r>
              <a:rPr lang="en-GB" sz="1200" b="1" dirty="0"/>
              <a:t>5.PostGIS command: </a:t>
            </a:r>
          </a:p>
          <a:p>
            <a:r>
              <a:rPr lang="en-GB" sz="1200" b="1" dirty="0"/>
              <a:t>to add a geometry column in a table </a:t>
            </a:r>
            <a:endParaRPr lang="en-GB" sz="1200" dirty="0"/>
          </a:p>
          <a:p>
            <a:endParaRPr lang="en-GB" sz="1200" dirty="0"/>
          </a:p>
          <a:p>
            <a:r>
              <a:rPr lang="en-GB" sz="1200" dirty="0"/>
              <a:t>Syntax: </a:t>
            </a:r>
            <a:r>
              <a:rPr lang="en-GB" sz="1200" dirty="0" err="1"/>
              <a:t>AddGeometryColumn</a:t>
            </a:r>
            <a:r>
              <a:rPr lang="en-GB" sz="1200" dirty="0"/>
              <a:t>(&lt;</a:t>
            </a:r>
            <a:r>
              <a:rPr lang="en-GB" sz="1200" dirty="0" err="1"/>
              <a:t>schema_name</a:t>
            </a:r>
            <a:r>
              <a:rPr lang="en-GB" sz="1200" dirty="0"/>
              <a:t>&gt;, &lt;</a:t>
            </a:r>
            <a:r>
              <a:rPr lang="en-GB" sz="1200" dirty="0" err="1"/>
              <a:t>table_name</a:t>
            </a:r>
            <a:r>
              <a:rPr lang="en-GB" sz="1200" dirty="0"/>
              <a:t>&gt;, &lt;</a:t>
            </a:r>
            <a:r>
              <a:rPr lang="en-GB" sz="1200" dirty="0" err="1"/>
              <a:t>column_name</a:t>
            </a:r>
            <a:r>
              <a:rPr lang="en-GB" sz="1200" dirty="0"/>
              <a:t>&gt;, &lt;</a:t>
            </a:r>
            <a:r>
              <a:rPr lang="en-GB" sz="1200" dirty="0" err="1"/>
              <a:t>srid</a:t>
            </a:r>
            <a:r>
              <a:rPr lang="en-GB" sz="1200" dirty="0"/>
              <a:t>&gt;, &lt;type&gt;, &lt;dimension&gt;). Adds a geometry column to an existing table of attributes. The </a:t>
            </a:r>
            <a:r>
              <a:rPr lang="en-GB" sz="1200" dirty="0" err="1"/>
              <a:t>schema_name</a:t>
            </a:r>
            <a:r>
              <a:rPr lang="en-GB" sz="1200" dirty="0"/>
              <a:t> is the name of the table schema (unused for pre-schema </a:t>
            </a:r>
            <a:r>
              <a:rPr lang="en-GB" sz="1200" dirty="0" err="1"/>
              <a:t>PostgreSQL</a:t>
            </a:r>
            <a:r>
              <a:rPr lang="en-GB" sz="1200" dirty="0"/>
              <a:t> installations). The </a:t>
            </a:r>
            <a:r>
              <a:rPr lang="en-GB" sz="1200" dirty="0" err="1"/>
              <a:t>srid</a:t>
            </a:r>
            <a:r>
              <a:rPr lang="en-GB" sz="1200" dirty="0"/>
              <a:t> must be an integer value reference to an entry in the SPATIAL_REF_SYS table. The type must be an uppercase string corresponding to the geometry type, </a:t>
            </a:r>
            <a:r>
              <a:rPr lang="en-GB" sz="1200" dirty="0" err="1"/>
              <a:t>eg</a:t>
            </a:r>
            <a:r>
              <a:rPr lang="en-GB" sz="1200" dirty="0"/>
              <a:t>, 'POLYGON' or 'MULTILINESTRING'.</a:t>
            </a:r>
          </a:p>
          <a:p>
            <a:endParaRPr lang="en-GB" sz="1200" dirty="0"/>
          </a:p>
          <a:p>
            <a:r>
              <a:rPr lang="en-GB" sz="1200" dirty="0"/>
              <a:t>example: </a:t>
            </a:r>
            <a:r>
              <a:rPr lang="en-GB" sz="1200" b="1" dirty="0"/>
              <a:t>CREATE TABLE ROADS_GEOM ( ID int4, NAME </a:t>
            </a:r>
            <a:r>
              <a:rPr lang="en-GB" sz="1200" b="1" dirty="0" err="1"/>
              <a:t>varchar</a:t>
            </a:r>
            <a:r>
              <a:rPr lang="en-GB" sz="1200" b="1" dirty="0"/>
              <a:t>(25) )</a:t>
            </a:r>
          </a:p>
          <a:p>
            <a:r>
              <a:rPr lang="en-GB" sz="1200" b="1" dirty="0"/>
              <a:t>            SELECT </a:t>
            </a:r>
            <a:r>
              <a:rPr lang="en-GB" sz="1200" b="1" dirty="0" err="1"/>
              <a:t>AddGeometryColumn</a:t>
            </a:r>
            <a:r>
              <a:rPr lang="en-GB" sz="1200" b="1" dirty="0"/>
              <a:t>( '</a:t>
            </a:r>
            <a:r>
              <a:rPr lang="en-GB" sz="1200" b="1" dirty="0" err="1"/>
              <a:t>roads_geom</a:t>
            </a:r>
            <a:r>
              <a:rPr lang="en-GB" sz="1200" b="1" dirty="0"/>
              <a:t>', '</a:t>
            </a:r>
            <a:r>
              <a:rPr lang="en-GB" sz="1200" b="1" dirty="0" err="1"/>
              <a:t>geom</a:t>
            </a:r>
            <a:r>
              <a:rPr lang="en-GB" sz="1200" b="1" dirty="0"/>
              <a:t>', 423, 'LINESTRING', 2)  # here schema name is not specified e.g. ‘public’</a:t>
            </a:r>
          </a:p>
          <a:p>
            <a:r>
              <a:rPr lang="en-GB" sz="1200" dirty="0"/>
              <a:t>supposing SRID of 128 exists already</a:t>
            </a:r>
          </a:p>
          <a:p>
            <a:r>
              <a:rPr lang="en-GB" sz="1200" dirty="0"/>
              <a:t>see </a:t>
            </a:r>
            <a:r>
              <a:rPr lang="en-GB" sz="1200" dirty="0">
                <a:hlinkClick r:id="rId2"/>
              </a:rPr>
              <a:t>http://postgis.refractions.net/documentation/manual-1.3SVN/ch04.html</a:t>
            </a:r>
          </a:p>
          <a:p>
            <a:endParaRPr lang="en-GB" sz="1200" dirty="0"/>
          </a:p>
          <a:p>
            <a:endParaRPr lang="en-GB" sz="1200" dirty="0"/>
          </a:p>
          <a:p>
            <a:r>
              <a:rPr lang="en-GB" sz="1200" b="1" dirty="0"/>
              <a:t>adding a «variable » geometry … see the above link (i.e. point or polygon depending on the row element!)</a:t>
            </a:r>
            <a:endParaRPr lang="en-GB" sz="1200" dirty="0"/>
          </a:p>
          <a:p>
            <a:r>
              <a:rPr lang="en-GB" sz="1200" dirty="0"/>
              <a:t>Here is another example, using the generic "geometry" type and the undefined SRID value of -1:</a:t>
            </a:r>
          </a:p>
          <a:p>
            <a:r>
              <a:rPr lang="en-GB" sz="1200" dirty="0"/>
              <a:t>CREATE TABLE roads ( </a:t>
            </a:r>
          </a:p>
          <a:p>
            <a:r>
              <a:rPr lang="en-GB" sz="1200" dirty="0"/>
              <a:t>  </a:t>
            </a:r>
            <a:r>
              <a:rPr lang="en-GB" sz="1200" dirty="0" err="1"/>
              <a:t>road_id</a:t>
            </a:r>
            <a:r>
              <a:rPr lang="en-GB" sz="1200" dirty="0"/>
              <a:t> INTEGER,</a:t>
            </a:r>
          </a:p>
          <a:p>
            <a:r>
              <a:rPr lang="en-GB" sz="1200" dirty="0"/>
              <a:t>  </a:t>
            </a:r>
            <a:r>
              <a:rPr lang="en-GB" sz="1200" dirty="0" err="1"/>
              <a:t>road_name</a:t>
            </a:r>
            <a:r>
              <a:rPr lang="en-GB" sz="1200" dirty="0"/>
              <a:t> VARCHAR</a:t>
            </a:r>
          </a:p>
          <a:p>
            <a:r>
              <a:rPr lang="en-GB" sz="1200" dirty="0"/>
              <a:t>);</a:t>
            </a:r>
          </a:p>
          <a:p>
            <a:r>
              <a:rPr lang="en-GB" sz="1200" dirty="0"/>
              <a:t>SELECT </a:t>
            </a:r>
            <a:r>
              <a:rPr lang="en-GB" sz="1200" dirty="0" err="1"/>
              <a:t>AddGeometryColumn</a:t>
            </a:r>
            <a:r>
              <a:rPr lang="en-GB" sz="1200" dirty="0"/>
              <a:t>( 'roads', '</a:t>
            </a:r>
            <a:r>
              <a:rPr lang="en-GB" sz="1200" dirty="0" err="1"/>
              <a:t>roads_geom</a:t>
            </a:r>
            <a:r>
              <a:rPr lang="en-GB" sz="1200" dirty="0"/>
              <a:t>', -1, 'GEOMETRY', 3 );</a:t>
            </a:r>
          </a:p>
          <a:p>
            <a:endParaRPr lang="en-GB" sz="1200" dirty="0"/>
          </a:p>
          <a:p>
            <a:r>
              <a:rPr lang="en-GB" sz="1200" b="1" dirty="0">
                <a:solidFill>
                  <a:srgbClr val="FF0000"/>
                </a:solidFill>
              </a:rPr>
              <a:t>crop </a:t>
            </a:r>
            <a:r>
              <a:rPr lang="en-GB" sz="1200" b="1" dirty="0" smtClean="0">
                <a:solidFill>
                  <a:srgbClr val="FF0000"/>
                </a:solidFill>
              </a:rPr>
              <a:t>model </a:t>
            </a:r>
            <a:r>
              <a:rPr lang="en-GB" sz="1200" b="1" dirty="0">
                <a:solidFill>
                  <a:srgbClr val="FF0000"/>
                </a:solidFill>
              </a:rPr>
              <a:t>parameters:      </a:t>
            </a:r>
          </a:p>
          <a:p>
            <a:endParaRPr lang="en-GB" sz="1200" b="1" dirty="0"/>
          </a:p>
          <a:p>
            <a:r>
              <a:rPr lang="en-GB" sz="1200" b="1" dirty="0"/>
              <a:t>as field in table </a:t>
            </a:r>
            <a:r>
              <a:rPr lang="en-GB" sz="1200" b="1" dirty="0" err="1"/>
              <a:t>trait_descriptors</a:t>
            </a:r>
            <a:r>
              <a:rPr lang="en-GB" sz="1200" b="1" dirty="0"/>
              <a:t> or in </a:t>
            </a:r>
            <a:r>
              <a:rPr lang="en-GB" sz="1200" b="1" dirty="0" err="1"/>
              <a:t>processed_trait_datasets</a:t>
            </a:r>
            <a:r>
              <a:rPr lang="en-GB" sz="1200" b="1" dirty="0"/>
              <a:t>  or possibly a </a:t>
            </a:r>
            <a:r>
              <a:rPr lang="en-GB" sz="1200" b="1" dirty="0" err="1"/>
              <a:t>sperate</a:t>
            </a:r>
            <a:r>
              <a:rPr lang="en-GB" sz="1200" b="1" dirty="0"/>
              <a:t> similar table</a:t>
            </a:r>
          </a:p>
          <a:p>
            <a:r>
              <a:rPr lang="en-GB" sz="1200" dirty="0"/>
              <a:t>may be a new table (or a new field identifying the model used (</a:t>
            </a:r>
            <a:r>
              <a:rPr lang="en-GB" sz="1200" dirty="0" err="1"/>
              <a:t>Aquacrop</a:t>
            </a:r>
            <a:r>
              <a:rPr lang="en-GB" sz="1200" dirty="0"/>
              <a:t> /APSIM etc.</a:t>
            </a:r>
            <a:r>
              <a:rPr lang="en-GB" sz="1200" dirty="0" smtClean="0"/>
              <a:t>)</a:t>
            </a:r>
          </a:p>
          <a:p>
            <a:endParaRPr lang="en-GB" sz="1200" dirty="0"/>
          </a:p>
          <a:p>
            <a:r>
              <a:rPr lang="en-GB" sz="1200" b="1" dirty="0">
                <a:solidFill>
                  <a:srgbClr val="FF0000"/>
                </a:solidFill>
              </a:rPr>
              <a:t>d</a:t>
            </a:r>
            <a:r>
              <a:rPr lang="en-GB" sz="1200" b="1" dirty="0" smtClean="0">
                <a:solidFill>
                  <a:srgbClr val="FF0000"/>
                </a:solidFill>
              </a:rPr>
              <a:t>isease component:</a:t>
            </a:r>
            <a:endParaRPr lang="en-GB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7737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66682877"/>
              </p:ext>
            </p:extLst>
          </p:nvPr>
        </p:nvGraphicFramePr>
        <p:xfrm>
          <a:off x="458265" y="549949"/>
          <a:ext cx="7895230" cy="49110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Straight Arrow Connector 5"/>
          <p:cNvCxnSpPr/>
          <p:nvPr/>
        </p:nvCxnSpPr>
        <p:spPr>
          <a:xfrm flipV="1">
            <a:off x="6402600" y="896940"/>
            <a:ext cx="864156" cy="4321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266756" y="147007"/>
            <a:ext cx="172830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Going to plant trials/plant parts/linking with plant varieties/Trait descriptors –</a:t>
            </a:r>
          </a:p>
          <a:p>
            <a:r>
              <a:rPr lang="en-US" sz="1200" dirty="0" smtClean="0"/>
              <a:t>1.Resistance</a:t>
            </a:r>
          </a:p>
          <a:p>
            <a:r>
              <a:rPr lang="en-US" sz="1200" dirty="0" smtClean="0"/>
              <a:t>2. Immunity</a:t>
            </a:r>
          </a:p>
          <a:p>
            <a:r>
              <a:rPr lang="en-US" sz="1200" dirty="0" smtClean="0"/>
              <a:t>3. Tolerance</a:t>
            </a:r>
            <a:endParaRPr lang="en-US" sz="1200" dirty="0"/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2173480" y="1885541"/>
            <a:ext cx="0" cy="733266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2081829" y="1564262"/>
            <a:ext cx="2644836" cy="150582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2499664" y="2093896"/>
            <a:ext cx="2382972" cy="1049822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152207" y="5368554"/>
            <a:ext cx="2252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Genetics pathogen PHI RRES</a:t>
            </a:r>
            <a:endParaRPr lang="en-US" dirty="0"/>
          </a:p>
        </p:txBody>
      </p:sp>
      <p:cxnSp>
        <p:nvCxnSpPr>
          <p:cNvPr id="30" name="Straight Arrow Connector 29"/>
          <p:cNvCxnSpPr/>
          <p:nvPr/>
        </p:nvCxnSpPr>
        <p:spPr>
          <a:xfrm flipV="1">
            <a:off x="1990175" y="4504347"/>
            <a:ext cx="0" cy="733266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743025" y="1564262"/>
            <a:ext cx="2252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Genetics/crop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237926" y="6119723"/>
            <a:ext cx="402883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from </a:t>
            </a:r>
            <a:r>
              <a:rPr lang="en-GB" dirty="0" err="1" smtClean="0"/>
              <a:t>Rumiana</a:t>
            </a:r>
            <a:r>
              <a:rPr lang="en-GB" dirty="0" smtClean="0"/>
              <a:t> Oct 2013 </a:t>
            </a:r>
            <a:r>
              <a:rPr lang="en-GB" sz="1200" dirty="0" smtClean="0"/>
              <a:t>and </a:t>
            </a:r>
            <a:r>
              <a:rPr lang="en-GB" sz="1200" dirty="0" smtClean="0">
                <a:solidFill>
                  <a:srgbClr val="948A54"/>
                </a:solidFill>
              </a:rPr>
              <a:t>changing disorder to</a:t>
            </a:r>
          </a:p>
          <a:p>
            <a:r>
              <a:rPr lang="en-GB" sz="1200" dirty="0" smtClean="0">
                <a:solidFill>
                  <a:srgbClr val="948A54"/>
                </a:solidFill>
              </a:rPr>
              <a:t> abiotic factor disorder being part of the disease semantic</a:t>
            </a:r>
          </a:p>
        </p:txBody>
      </p:sp>
      <p:sp>
        <p:nvSpPr>
          <p:cNvPr id="3" name="Rectangle 2"/>
          <p:cNvSpPr/>
          <p:nvPr/>
        </p:nvSpPr>
        <p:spPr>
          <a:xfrm>
            <a:off x="4423065" y="5091555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/>
              <a:t>There is an element of identifying the correct ontology for disease and scoring for resistance traits in order for this to work simultaneously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2942" y="223047"/>
            <a:ext cx="1163798" cy="535532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Disease description</a:t>
            </a:r>
            <a:endParaRPr lang="en-GB" sz="1200" dirty="0"/>
          </a:p>
        </p:txBody>
      </p:sp>
      <p:sp>
        <p:nvSpPr>
          <p:cNvPr id="5" name="Rectangle 4"/>
          <p:cNvSpPr/>
          <p:nvPr/>
        </p:nvSpPr>
        <p:spPr>
          <a:xfrm>
            <a:off x="2753664" y="4868281"/>
            <a:ext cx="16228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dirty="0" smtClean="0"/>
              <a:t>Light, water</a:t>
            </a:r>
            <a:r>
              <a:rPr lang="en-US" dirty="0"/>
              <a:t>, t</a:t>
            </a:r>
            <a:r>
              <a:rPr lang="en-US" dirty="0" smtClean="0"/>
              <a:t>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329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17037" y="372780"/>
            <a:ext cx="7898110" cy="5478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 smtClean="0"/>
              <a:t>First comments from me:</a:t>
            </a:r>
          </a:p>
          <a:p>
            <a:endParaRPr lang="en-GB" sz="1400" dirty="0"/>
          </a:p>
          <a:p>
            <a:r>
              <a:rPr lang="en-GB" sz="1400" dirty="0"/>
              <a:t>If the trial is under a condition of disease i.e. disease inoculated or notifying that a disease occurrence has been observed, linking it (where on the plant part it </a:t>
            </a:r>
            <a:r>
              <a:rPr lang="en-GB" sz="1400" dirty="0" smtClean="0"/>
              <a:t>occurred</a:t>
            </a:r>
            <a:r>
              <a:rPr lang="en-GB" sz="1400" dirty="0"/>
              <a:t>) with the trial along with the environment (humidity, moisture, temp) as observed is fine ...</a:t>
            </a:r>
          </a:p>
          <a:p>
            <a:r>
              <a:rPr lang="en-GB" sz="1400" dirty="0"/>
              <a:t>but if the trial was performed under a non planned diseased experiment /observation in a field and that no disease occurred ... It may be still interesting to know but this time as "parental" /"variety level the general level of susceptibility for a particular disease and on which part of the plant </a:t>
            </a:r>
            <a:r>
              <a:rPr lang="en-GB" sz="1400" dirty="0" err="1"/>
              <a:t>etc</a:t>
            </a:r>
            <a:r>
              <a:rPr lang="en-GB" sz="1400" dirty="0"/>
              <a:t> ... and also maybe a range of environment conditions.</a:t>
            </a:r>
          </a:p>
          <a:p>
            <a:endParaRPr lang="en-GB" sz="1400" dirty="0"/>
          </a:p>
          <a:p>
            <a:r>
              <a:rPr lang="en-GB" sz="1400" dirty="0"/>
              <a:t>Then now this general level is a sort of a "statistical" description ... we may then in fact have two parts of the </a:t>
            </a:r>
            <a:r>
              <a:rPr lang="en-GB" sz="1400" dirty="0" smtClean="0"/>
              <a:t>database </a:t>
            </a:r>
            <a:r>
              <a:rPr lang="en-GB" sz="1400" dirty="0"/>
              <a:t>where this is to be linked then (or not)</a:t>
            </a:r>
          </a:p>
          <a:p>
            <a:r>
              <a:rPr lang="en-GB" sz="1400" dirty="0"/>
              <a:t>at </a:t>
            </a:r>
            <a:r>
              <a:rPr lang="en-GB" sz="1400" b="1" dirty="0" err="1"/>
              <a:t>plant_variety</a:t>
            </a:r>
            <a:r>
              <a:rPr lang="en-GB" sz="1400" dirty="0"/>
              <a:t> level or </a:t>
            </a:r>
            <a:r>
              <a:rPr lang="en-GB" sz="1400" b="1" dirty="0" err="1"/>
              <a:t>plant_lines</a:t>
            </a:r>
            <a:r>
              <a:rPr lang="en-GB" sz="1400" dirty="0"/>
              <a:t>  and the </a:t>
            </a:r>
            <a:r>
              <a:rPr lang="en-GB" sz="1400" b="1" dirty="0" err="1"/>
              <a:t>plant_trial</a:t>
            </a:r>
            <a:r>
              <a:rPr lang="en-GB" sz="1400" b="1" dirty="0"/>
              <a:t> </a:t>
            </a:r>
            <a:r>
              <a:rPr lang="en-GB" sz="1400" dirty="0"/>
              <a:t>if this observed for that trial or</a:t>
            </a:r>
            <a:r>
              <a:rPr lang="en-GB" sz="1400" b="1" dirty="0"/>
              <a:t> </a:t>
            </a:r>
            <a:r>
              <a:rPr lang="en-GB" sz="1400" b="1" dirty="0" err="1"/>
              <a:t>plant_part</a:t>
            </a:r>
            <a:r>
              <a:rPr lang="en-GB" sz="1400" b="1" dirty="0"/>
              <a:t> </a:t>
            </a:r>
            <a:r>
              <a:rPr lang="en-GB" sz="1400" dirty="0"/>
              <a:t>or even </a:t>
            </a:r>
            <a:r>
              <a:rPr lang="en-GB" sz="1400" b="1" dirty="0" err="1"/>
              <a:t>plant_scoring_units</a:t>
            </a:r>
            <a:r>
              <a:rPr lang="en-GB" sz="1400" dirty="0"/>
              <a:t> (in the </a:t>
            </a:r>
            <a:r>
              <a:rPr lang="en-GB" sz="1400" dirty="0" err="1"/>
              <a:t>CropStoreDB</a:t>
            </a:r>
            <a:r>
              <a:rPr lang="en-GB" sz="1400" dirty="0"/>
              <a:t> schema)</a:t>
            </a:r>
          </a:p>
          <a:p>
            <a:endParaRPr lang="en-GB" sz="1400" dirty="0"/>
          </a:p>
          <a:p>
            <a:r>
              <a:rPr lang="en-GB" sz="1400" dirty="0"/>
              <a:t>Now  </a:t>
            </a:r>
            <a:r>
              <a:rPr lang="en-GB" sz="1400" dirty="0" err="1"/>
              <a:t>Resitance</a:t>
            </a:r>
            <a:r>
              <a:rPr lang="en-GB" sz="1400" dirty="0"/>
              <a:t>, Immunity, and Tolerance as fields from the table </a:t>
            </a:r>
            <a:r>
              <a:rPr lang="en-GB" sz="1400" b="1" dirty="0" err="1"/>
              <a:t>Trait_descriptors</a:t>
            </a:r>
            <a:r>
              <a:rPr lang="en-GB" sz="1400" dirty="0"/>
              <a:t> are they expressing a level in comparison to what would be observed "normally" (needs to </a:t>
            </a:r>
            <a:r>
              <a:rPr lang="en-GB" sz="1400" dirty="0" smtClean="0"/>
              <a:t>refer </a:t>
            </a:r>
            <a:r>
              <a:rPr lang="en-GB" sz="1400" dirty="0"/>
              <a:t>to its definition or other database against it is compared to) ... also it makes sense in this table only if the trial is "under disease" trial.</a:t>
            </a:r>
          </a:p>
          <a:p>
            <a:r>
              <a:rPr lang="en-GB" sz="1400" dirty="0"/>
              <a:t>If it is not the case these fields have to be somewhere else maybe </a:t>
            </a:r>
            <a:r>
              <a:rPr lang="en-GB" sz="1400" b="1" dirty="0"/>
              <a:t>in </a:t>
            </a:r>
            <a:r>
              <a:rPr lang="en-GB" sz="1400" b="1" dirty="0" err="1"/>
              <a:t>plant_lines</a:t>
            </a:r>
            <a:r>
              <a:rPr lang="en-GB" sz="1400" b="1" dirty="0"/>
              <a:t> </a:t>
            </a:r>
            <a:r>
              <a:rPr lang="en-GB" sz="1400" dirty="0"/>
              <a:t>or </a:t>
            </a:r>
            <a:r>
              <a:rPr lang="en-GB" sz="1400" b="1" dirty="0"/>
              <a:t>variety</a:t>
            </a:r>
            <a:r>
              <a:rPr lang="en-GB" sz="1400" dirty="0"/>
              <a:t> only but it make sense to be associated to </a:t>
            </a:r>
            <a:r>
              <a:rPr lang="en-GB" sz="1400" b="1" dirty="0" err="1"/>
              <a:t>plant_part</a:t>
            </a:r>
            <a:r>
              <a:rPr lang="en-GB" sz="1400" dirty="0"/>
              <a:t> (or more than one </a:t>
            </a:r>
            <a:r>
              <a:rPr lang="en-GB" sz="1400" b="1" dirty="0" err="1"/>
              <a:t>plant_part</a:t>
            </a:r>
            <a:r>
              <a:rPr lang="en-GB" sz="1400" dirty="0"/>
              <a:t>) ... nonetheless a trait is affected which could appear in the disorder (your schema)</a:t>
            </a:r>
            <a:r>
              <a:rPr lang="en-GB" sz="1400" dirty="0" smtClean="0"/>
              <a:t>. So they may be also be at </a:t>
            </a:r>
            <a:r>
              <a:rPr lang="en-GB" sz="1400" b="1" dirty="0" err="1" smtClean="0"/>
              <a:t>processed_trait_datasets</a:t>
            </a:r>
            <a:r>
              <a:rPr lang="en-GB" sz="1400" b="1" dirty="0" smtClean="0"/>
              <a:t> </a:t>
            </a:r>
            <a:r>
              <a:rPr lang="en-GB" sz="1400" dirty="0" smtClean="0"/>
              <a:t>which links more.</a:t>
            </a:r>
          </a:p>
          <a:p>
            <a:endParaRPr lang="en-GB" sz="1400" dirty="0"/>
          </a:p>
          <a:p>
            <a:r>
              <a:rPr lang="en-GB" sz="1400" dirty="0" smtClean="0"/>
              <a:t>See other complementary “associations” on the DB diagram</a:t>
            </a:r>
            <a:endParaRPr lang="en-GB" sz="1400" dirty="0"/>
          </a:p>
        </p:txBody>
      </p:sp>
      <p:pic>
        <p:nvPicPr>
          <p:cNvPr id="5" name="Picture 11" descr="Picture 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6096000"/>
            <a:ext cx="13811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5633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ropStore_DB_cs_schema_v7_web.pdf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4" r="21399"/>
          <a:stretch/>
        </p:blipFill>
        <p:spPr>
          <a:xfrm rot="5400000">
            <a:off x="2375201" y="-180219"/>
            <a:ext cx="4127503" cy="764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002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ropStore_DB_cs_schema_v7_web.pdf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4" r="21399"/>
          <a:stretch/>
        </p:blipFill>
        <p:spPr>
          <a:xfrm rot="5400000">
            <a:off x="2375201" y="-180219"/>
            <a:ext cx="4127503" cy="7641772"/>
          </a:xfrm>
          <a:prstGeom prst="rect">
            <a:avLst/>
          </a:prstGeom>
        </p:spPr>
      </p:pic>
      <p:pic>
        <p:nvPicPr>
          <p:cNvPr id="5" name="Picture 11" descr="Picture 7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3881"/>
            <a:ext cx="13811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Content Placeholder 3"/>
          <p:cNvPicPr>
            <a:picLocks noGrp="1" noChangeAspect="1"/>
          </p:cNvPicPr>
          <p:nvPr>
            <p:ph idx="1"/>
          </p:nvPr>
        </p:nvPicPr>
        <p:blipFill>
          <a:blip r:embed="rId4"/>
          <a:srcRect t="13332" b="13332"/>
          <a:stretch>
            <a:fillRect/>
          </a:stretch>
        </p:blipFill>
        <p:spPr>
          <a:xfrm>
            <a:off x="4768885" y="2084926"/>
            <a:ext cx="320584" cy="176309"/>
          </a:xfrm>
        </p:spPr>
      </p:pic>
      <p:pic>
        <p:nvPicPr>
          <p:cNvPr id="9" name="Content Placeholder 3"/>
          <p:cNvPicPr>
            <a:picLocks noChangeAspect="1"/>
          </p:cNvPicPr>
          <p:nvPr/>
        </p:nvPicPr>
        <p:blipFill>
          <a:blip r:embed="rId4"/>
          <a:srcRect t="13332" b="13332"/>
          <a:stretch>
            <a:fillRect/>
          </a:stretch>
        </p:blipFill>
        <p:spPr>
          <a:xfrm>
            <a:off x="5284720" y="2597338"/>
            <a:ext cx="320584" cy="176309"/>
          </a:xfrm>
          <a:prstGeom prst="rect">
            <a:avLst/>
          </a:prstGeom>
        </p:spPr>
      </p:pic>
      <p:pic>
        <p:nvPicPr>
          <p:cNvPr id="10" name="Content Placeholder 3"/>
          <p:cNvPicPr>
            <a:picLocks noChangeAspect="1"/>
          </p:cNvPicPr>
          <p:nvPr/>
        </p:nvPicPr>
        <p:blipFill>
          <a:blip r:embed="rId4"/>
          <a:srcRect t="13332" b="13332"/>
          <a:stretch>
            <a:fillRect/>
          </a:stretch>
        </p:blipFill>
        <p:spPr>
          <a:xfrm>
            <a:off x="7706183" y="2157934"/>
            <a:ext cx="320584" cy="176309"/>
          </a:xfrm>
          <a:prstGeom prst="rect">
            <a:avLst/>
          </a:prstGeom>
        </p:spPr>
      </p:pic>
      <p:pic>
        <p:nvPicPr>
          <p:cNvPr id="11" name="Content Placeholder 3"/>
          <p:cNvPicPr>
            <a:picLocks noChangeAspect="1"/>
          </p:cNvPicPr>
          <p:nvPr/>
        </p:nvPicPr>
        <p:blipFill>
          <a:blip r:embed="rId4"/>
          <a:srcRect t="13332" b="13332"/>
          <a:stretch>
            <a:fillRect/>
          </a:stretch>
        </p:blipFill>
        <p:spPr>
          <a:xfrm>
            <a:off x="7642119" y="1830296"/>
            <a:ext cx="320584" cy="176309"/>
          </a:xfrm>
          <a:prstGeom prst="rect">
            <a:avLst/>
          </a:prstGeom>
        </p:spPr>
      </p:pic>
      <p:pic>
        <p:nvPicPr>
          <p:cNvPr id="12" name="Content Placeholder 3"/>
          <p:cNvPicPr>
            <a:picLocks noChangeAspect="1"/>
          </p:cNvPicPr>
          <p:nvPr/>
        </p:nvPicPr>
        <p:blipFill>
          <a:blip r:embed="rId4"/>
          <a:srcRect t="13332" b="13332"/>
          <a:stretch>
            <a:fillRect/>
          </a:stretch>
        </p:blipFill>
        <p:spPr>
          <a:xfrm>
            <a:off x="7437481" y="1604088"/>
            <a:ext cx="320584" cy="17630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93662" y="57786"/>
            <a:ext cx="2477398" cy="11849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>
                <a:solidFill>
                  <a:schemeClr val="bg1">
                    <a:lumMod val="50000"/>
                  </a:schemeClr>
                </a:solidFill>
              </a:rPr>
              <a:t>geometry field (as in </a:t>
            </a:r>
            <a:r>
              <a:rPr lang="en-GB" sz="1200" dirty="0" err="1" smtClean="0">
                <a:solidFill>
                  <a:schemeClr val="bg1">
                    <a:lumMod val="50000"/>
                  </a:schemeClr>
                </a:solidFill>
              </a:rPr>
              <a:t>PostGS</a:t>
            </a:r>
            <a:r>
              <a:rPr lang="en-GB" sz="1200" dirty="0" smtClean="0">
                <a:solidFill>
                  <a:schemeClr val="bg1">
                    <a:lumMod val="50000"/>
                  </a:schemeClr>
                </a:solidFill>
              </a:rPr>
              <a:t> DBMS)</a:t>
            </a:r>
          </a:p>
          <a:p>
            <a:r>
              <a:rPr lang="en-GB" sz="1200" dirty="0" smtClean="0">
                <a:solidFill>
                  <a:schemeClr val="bg1">
                    <a:lumMod val="50000"/>
                  </a:schemeClr>
                </a:solidFill>
              </a:rPr>
              <a:t>spatial inclusion /scale </a:t>
            </a:r>
          </a:p>
          <a:p>
            <a:r>
              <a:rPr lang="en-GB" sz="1200" i="1" dirty="0" smtClean="0">
                <a:solidFill>
                  <a:schemeClr val="bg1">
                    <a:lumMod val="50000"/>
                  </a:schemeClr>
                </a:solidFill>
              </a:rPr>
              <a:t>e.g. </a:t>
            </a:r>
            <a:r>
              <a:rPr lang="en-GB" sz="1200" dirty="0" err="1" smtClean="0">
                <a:solidFill>
                  <a:schemeClr val="bg1">
                    <a:lumMod val="50000"/>
                  </a:schemeClr>
                </a:solidFill>
              </a:rPr>
              <a:t>geom</a:t>
            </a:r>
            <a:r>
              <a:rPr lang="en-GB" sz="1200" dirty="0" smtClean="0">
                <a:solidFill>
                  <a:schemeClr val="bg1">
                    <a:lumMod val="50000"/>
                  </a:schemeClr>
                </a:solidFill>
              </a:rPr>
              <a:t> in </a:t>
            </a:r>
            <a:r>
              <a:rPr lang="en-GB" sz="1200" dirty="0" err="1" smtClean="0">
                <a:solidFill>
                  <a:schemeClr val="bg1">
                    <a:lumMod val="50000"/>
                  </a:schemeClr>
                </a:solidFill>
              </a:rPr>
              <a:t>plant_scoring_unit</a:t>
            </a:r>
            <a:r>
              <a:rPr lang="en-GB" sz="120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GB" sz="1200" dirty="0" smtClean="0">
                <a:solidFill>
                  <a:schemeClr val="bg1">
                    <a:lumMod val="50000"/>
                  </a:schemeClr>
                </a:solidFill>
              </a:rPr>
              <a:t>included the </a:t>
            </a:r>
            <a:r>
              <a:rPr lang="en-GB" sz="1200" dirty="0" err="1" smtClean="0">
                <a:solidFill>
                  <a:schemeClr val="bg1">
                    <a:lumMod val="50000"/>
                  </a:schemeClr>
                </a:solidFill>
              </a:rPr>
              <a:t>geom</a:t>
            </a:r>
            <a:r>
              <a:rPr lang="en-GB" sz="1200" dirty="0" smtClean="0">
                <a:solidFill>
                  <a:schemeClr val="bg1">
                    <a:lumMod val="50000"/>
                  </a:schemeClr>
                </a:solidFill>
              </a:rPr>
              <a:t> from </a:t>
            </a:r>
            <a:r>
              <a:rPr lang="en-GB" sz="1200" dirty="0" err="1" smtClean="0">
                <a:solidFill>
                  <a:schemeClr val="bg1">
                    <a:lumMod val="50000"/>
                  </a:schemeClr>
                </a:solidFill>
              </a:rPr>
              <a:t>plant_trials</a:t>
            </a:r>
            <a:endParaRPr lang="en-GB" sz="1200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sz="1200" dirty="0" smtClean="0">
                <a:solidFill>
                  <a:schemeClr val="bg1">
                    <a:lumMod val="50000"/>
                  </a:schemeClr>
                </a:solidFill>
              </a:rPr>
              <a:t>(but not compulsory) </a:t>
            </a:r>
          </a:p>
          <a:p>
            <a:r>
              <a:rPr lang="en-GB" sz="1050" dirty="0" smtClean="0">
                <a:solidFill>
                  <a:schemeClr val="bg1">
                    <a:lumMod val="50000"/>
                  </a:schemeClr>
                </a:solidFill>
              </a:rPr>
              <a:t>see also mixed geometry</a:t>
            </a:r>
            <a:endParaRPr lang="en-GB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5" name="Content Placeholder 3"/>
          <p:cNvPicPr>
            <a:picLocks noChangeAspect="1"/>
          </p:cNvPicPr>
          <p:nvPr/>
        </p:nvPicPr>
        <p:blipFill>
          <a:blip r:embed="rId4"/>
          <a:srcRect t="13332" b="13332"/>
          <a:stretch>
            <a:fillRect/>
          </a:stretch>
        </p:blipFill>
        <p:spPr>
          <a:xfrm>
            <a:off x="1531950" y="217572"/>
            <a:ext cx="320584" cy="176309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291194" y="160746"/>
            <a:ext cx="1163798" cy="535532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Disease description</a:t>
            </a:r>
            <a:endParaRPr lang="en-GB" sz="1200" dirty="0"/>
          </a:p>
        </p:txBody>
      </p:sp>
      <p:sp>
        <p:nvSpPr>
          <p:cNvPr id="18" name="Rounded Rectangle 17"/>
          <p:cNvSpPr/>
          <p:nvPr/>
        </p:nvSpPr>
        <p:spPr>
          <a:xfrm>
            <a:off x="5792918" y="57786"/>
            <a:ext cx="1163798" cy="762754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Crop model description </a:t>
            </a:r>
            <a:r>
              <a:rPr lang="en-GB" sz="800" dirty="0" smtClean="0"/>
              <a:t>(parameters for </a:t>
            </a:r>
            <a:r>
              <a:rPr lang="en-GB" sz="800" dirty="0" err="1" smtClean="0"/>
              <a:t>aquacrop</a:t>
            </a:r>
            <a:r>
              <a:rPr lang="en-GB" sz="800" dirty="0" smtClean="0"/>
              <a:t>, APSIM) </a:t>
            </a:r>
            <a:endParaRPr lang="en-GB" sz="800" dirty="0"/>
          </a:p>
        </p:txBody>
      </p:sp>
      <p:sp>
        <p:nvSpPr>
          <p:cNvPr id="19" name="Rounded Rectangle 18"/>
          <p:cNvSpPr/>
          <p:nvPr/>
        </p:nvSpPr>
        <p:spPr>
          <a:xfrm>
            <a:off x="3856751" y="2870884"/>
            <a:ext cx="1215240" cy="82706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smtClean="0"/>
              <a:t>Crop model parameters</a:t>
            </a:r>
            <a:endParaRPr lang="en-GB" sz="800" dirty="0"/>
          </a:p>
        </p:txBody>
      </p:sp>
      <p:sp>
        <p:nvSpPr>
          <p:cNvPr id="20" name="TextBox 19"/>
          <p:cNvSpPr txBox="1"/>
          <p:nvPr/>
        </p:nvSpPr>
        <p:spPr>
          <a:xfrm>
            <a:off x="6925724" y="128042"/>
            <a:ext cx="221827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>
                <a:solidFill>
                  <a:srgbClr val="7F7F7F"/>
                </a:solidFill>
              </a:rPr>
              <a:t>As fields in </a:t>
            </a:r>
            <a:r>
              <a:rPr lang="en-GB" sz="1200" dirty="0" err="1" smtClean="0">
                <a:solidFill>
                  <a:srgbClr val="7F7F7F"/>
                </a:solidFill>
              </a:rPr>
              <a:t>trait_descriptors</a:t>
            </a:r>
            <a:endParaRPr lang="en-GB" sz="1200" dirty="0" smtClean="0">
              <a:solidFill>
                <a:srgbClr val="7F7F7F"/>
              </a:solidFill>
            </a:endParaRPr>
          </a:p>
          <a:p>
            <a:r>
              <a:rPr lang="en-GB" sz="1200" dirty="0" smtClean="0">
                <a:solidFill>
                  <a:srgbClr val="7F7F7F"/>
                </a:solidFill>
              </a:rPr>
              <a:t>(with </a:t>
            </a:r>
            <a:r>
              <a:rPr lang="en-GB" sz="1200" dirty="0" err="1" smtClean="0">
                <a:solidFill>
                  <a:srgbClr val="7F7F7F"/>
                </a:solidFill>
              </a:rPr>
              <a:t>scoring_method</a:t>
            </a:r>
            <a:r>
              <a:rPr lang="en-GB" sz="1200" dirty="0" smtClean="0">
                <a:solidFill>
                  <a:srgbClr val="7F7F7F"/>
                </a:solidFill>
              </a:rPr>
              <a:t> being</a:t>
            </a:r>
          </a:p>
          <a:p>
            <a:r>
              <a:rPr lang="en-GB" sz="1200" dirty="0" smtClean="0">
                <a:solidFill>
                  <a:srgbClr val="7F7F7F"/>
                </a:solidFill>
              </a:rPr>
              <a:t> linked to the crop model)</a:t>
            </a:r>
          </a:p>
          <a:p>
            <a:r>
              <a:rPr lang="en-GB" sz="1200" dirty="0" smtClean="0">
                <a:solidFill>
                  <a:srgbClr val="7F7F7F"/>
                </a:solidFill>
              </a:rPr>
              <a:t>Or </a:t>
            </a:r>
            <a:r>
              <a:rPr lang="en-GB" sz="1200" dirty="0" err="1" smtClean="0">
                <a:solidFill>
                  <a:srgbClr val="7F7F7F"/>
                </a:solidFill>
              </a:rPr>
              <a:t>processed_trait_datasets</a:t>
            </a:r>
            <a:endParaRPr lang="en-GB" sz="1200" dirty="0" smtClean="0">
              <a:solidFill>
                <a:srgbClr val="7F7F7F"/>
              </a:solidFill>
            </a:endParaRPr>
          </a:p>
          <a:p>
            <a:r>
              <a:rPr lang="en-GB" sz="1200" dirty="0" smtClean="0">
                <a:solidFill>
                  <a:srgbClr val="7F7F7F"/>
                </a:solidFill>
              </a:rPr>
              <a:t> (with </a:t>
            </a:r>
            <a:r>
              <a:rPr lang="en-GB" sz="1200" dirty="0" err="1" smtClean="0">
                <a:solidFill>
                  <a:srgbClr val="7F7F7F"/>
                </a:solidFill>
              </a:rPr>
              <a:t>stats_analysis_description</a:t>
            </a:r>
            <a:endParaRPr lang="en-GB" sz="1200" dirty="0" smtClean="0">
              <a:solidFill>
                <a:srgbClr val="7F7F7F"/>
              </a:solidFill>
            </a:endParaRPr>
          </a:p>
          <a:p>
            <a:r>
              <a:rPr lang="en-GB" sz="1200" dirty="0">
                <a:solidFill>
                  <a:srgbClr val="7F7F7F"/>
                </a:solidFill>
              </a:rPr>
              <a:t> linked to the crop model</a:t>
            </a:r>
            <a:endParaRPr lang="en-GB" sz="1200" dirty="0" smtClean="0">
              <a:solidFill>
                <a:srgbClr val="7F7F7F"/>
              </a:solidFill>
            </a:endParaRPr>
          </a:p>
          <a:p>
            <a:r>
              <a:rPr lang="en-GB" sz="1200" dirty="0" smtClean="0">
                <a:solidFill>
                  <a:srgbClr val="7F7F7F"/>
                </a:solidFill>
              </a:rPr>
              <a:t>Or both</a:t>
            </a:r>
            <a:endParaRPr lang="en-GB" sz="1200" dirty="0">
              <a:solidFill>
                <a:srgbClr val="7F7F7F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553645" y="3600002"/>
            <a:ext cx="1215240" cy="82706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smtClean="0"/>
              <a:t>Crop model parameters</a:t>
            </a:r>
            <a:endParaRPr lang="en-GB" sz="800" dirty="0"/>
          </a:p>
        </p:txBody>
      </p:sp>
      <p:sp>
        <p:nvSpPr>
          <p:cNvPr id="23" name="Rounded Rectangle 22"/>
          <p:cNvSpPr/>
          <p:nvPr/>
        </p:nvSpPr>
        <p:spPr>
          <a:xfrm>
            <a:off x="5921717" y="1832914"/>
            <a:ext cx="1373567" cy="63369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smtClean="0"/>
              <a:t>Resistance tolerance </a:t>
            </a:r>
            <a:r>
              <a:rPr lang="en-GB" sz="800" dirty="0" err="1" smtClean="0"/>
              <a:t>imm</a:t>
            </a:r>
            <a:endParaRPr lang="en-GB" sz="800" dirty="0"/>
          </a:p>
        </p:txBody>
      </p:sp>
      <p:sp>
        <p:nvSpPr>
          <p:cNvPr id="24" name="Rounded Rectangle 23"/>
          <p:cNvSpPr/>
          <p:nvPr/>
        </p:nvSpPr>
        <p:spPr>
          <a:xfrm>
            <a:off x="4768885" y="1307836"/>
            <a:ext cx="1802386" cy="108065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smtClean="0"/>
              <a:t>Disease description</a:t>
            </a:r>
            <a:endParaRPr lang="en-GB" sz="800" dirty="0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5142679" y="1415901"/>
            <a:ext cx="0" cy="103078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231737" y="3536633"/>
            <a:ext cx="1373567" cy="63369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smtClean="0"/>
              <a:t>Resistance tolerance </a:t>
            </a:r>
            <a:r>
              <a:rPr lang="en-GB" sz="800" dirty="0" err="1" smtClean="0"/>
              <a:t>imm</a:t>
            </a:r>
            <a:endParaRPr lang="en-GB" sz="800" dirty="0"/>
          </a:p>
        </p:txBody>
      </p:sp>
      <p:sp>
        <p:nvSpPr>
          <p:cNvPr id="31" name="Rounded Rectangle 30"/>
          <p:cNvSpPr/>
          <p:nvPr/>
        </p:nvSpPr>
        <p:spPr>
          <a:xfrm>
            <a:off x="3663440" y="1225130"/>
            <a:ext cx="1215240" cy="82706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smtClean="0"/>
              <a:t>Crop models description</a:t>
            </a:r>
            <a:endParaRPr lang="en-GB" sz="800" dirty="0"/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4055550" y="1307836"/>
            <a:ext cx="0" cy="23748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6477675" y="1380891"/>
            <a:ext cx="0" cy="39950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653200" y="2890221"/>
            <a:ext cx="1373567" cy="63369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smtClean="0"/>
              <a:t>Resistance tolerance </a:t>
            </a:r>
            <a:r>
              <a:rPr lang="en-GB" sz="800" dirty="0" err="1" smtClean="0"/>
              <a:t>imm</a:t>
            </a:r>
            <a:endParaRPr lang="en-GB" sz="800" dirty="0"/>
          </a:p>
        </p:txBody>
      </p:sp>
      <p:sp>
        <p:nvSpPr>
          <p:cNvPr id="41" name="Rounded Rectangle 40"/>
          <p:cNvSpPr/>
          <p:nvPr/>
        </p:nvSpPr>
        <p:spPr>
          <a:xfrm>
            <a:off x="6126547" y="2302558"/>
            <a:ext cx="1373567" cy="63369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smtClean="0"/>
              <a:t>Resistance tolerance </a:t>
            </a:r>
            <a:r>
              <a:rPr lang="en-GB" sz="800" dirty="0" err="1" smtClean="0"/>
              <a:t>imm</a:t>
            </a:r>
            <a:endParaRPr lang="en-GB" sz="800" dirty="0"/>
          </a:p>
        </p:txBody>
      </p:sp>
      <p:pic>
        <p:nvPicPr>
          <p:cNvPr id="25" name="Content Placeholder 3"/>
          <p:cNvPicPr>
            <a:picLocks noChangeAspect="1"/>
          </p:cNvPicPr>
          <p:nvPr/>
        </p:nvPicPr>
        <p:blipFill>
          <a:blip r:embed="rId4"/>
          <a:srcRect t="13332" b="13332"/>
          <a:stretch>
            <a:fillRect/>
          </a:stretch>
        </p:blipFill>
        <p:spPr>
          <a:xfrm>
            <a:off x="6317383" y="5391741"/>
            <a:ext cx="320584" cy="176309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4677100" y="3369664"/>
            <a:ext cx="1215240" cy="82706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smtClean="0"/>
              <a:t>Crop model parameters</a:t>
            </a:r>
            <a:endParaRPr lang="en-GB" sz="800" dirty="0"/>
          </a:p>
        </p:txBody>
      </p:sp>
      <p:sp>
        <p:nvSpPr>
          <p:cNvPr id="33" name="Rounded Rectangle 32"/>
          <p:cNvSpPr/>
          <p:nvPr/>
        </p:nvSpPr>
        <p:spPr>
          <a:xfrm>
            <a:off x="3856751" y="3064189"/>
            <a:ext cx="1373567" cy="63369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 smtClean="0"/>
              <a:t>Resistance tolerance </a:t>
            </a:r>
            <a:r>
              <a:rPr lang="en-GB" sz="800" dirty="0" err="1" smtClean="0"/>
              <a:t>imm</a:t>
            </a:r>
            <a:endParaRPr lang="en-GB" sz="800" dirty="0"/>
          </a:p>
        </p:txBody>
      </p:sp>
      <p:pic>
        <p:nvPicPr>
          <p:cNvPr id="28" name="Content Placeholder 3"/>
          <p:cNvPicPr>
            <a:picLocks noChangeAspect="1"/>
          </p:cNvPicPr>
          <p:nvPr/>
        </p:nvPicPr>
        <p:blipFill>
          <a:blip r:embed="rId4"/>
          <a:srcRect t="13332" b="13332"/>
          <a:stretch>
            <a:fillRect/>
          </a:stretch>
        </p:blipFill>
        <p:spPr>
          <a:xfrm>
            <a:off x="6492908" y="2505269"/>
            <a:ext cx="320584" cy="176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907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9442</TotalTime>
  <Words>745</Words>
  <Application>Microsoft Office PowerPoint</Application>
  <PresentationFormat>On-screen Show (4:3)</PresentationFormat>
  <Paragraphs>93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University of Nottingham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Rumiana Ray</dc:creator>
  <cp:lastModifiedBy>Razlin Azman Halimi</cp:lastModifiedBy>
  <cp:revision>43</cp:revision>
  <cp:lastPrinted>2013-11-06T17:18:53Z</cp:lastPrinted>
  <dcterms:created xsi:type="dcterms:W3CDTF">2013-10-18T15:41:12Z</dcterms:created>
  <dcterms:modified xsi:type="dcterms:W3CDTF">2014-01-30T09:59:59Z</dcterms:modified>
</cp:coreProperties>
</file>