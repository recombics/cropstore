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1266" y="-10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CB09C-F2C8-4D4E-9C29-A1A6FD2C8A56}" type="datetimeFigureOut">
              <a:rPr lang="en-US" smtClean="0"/>
              <a:pPr/>
              <a:t>4/1/2014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6C17B-D7FF-4D4C-AFD3-05971383B461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>
            <a:stCxn id="5" idx="1"/>
          </p:cNvCxnSpPr>
          <p:nvPr/>
        </p:nvCxnSpPr>
        <p:spPr>
          <a:xfrm flipH="1">
            <a:off x="3604107" y="802106"/>
            <a:ext cx="2066775" cy="4008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" idx="2"/>
            <a:endCxn id="11" idx="0"/>
          </p:cNvCxnSpPr>
          <p:nvPr/>
        </p:nvCxnSpPr>
        <p:spPr>
          <a:xfrm rot="5400000">
            <a:off x="2498560" y="1532021"/>
            <a:ext cx="729919" cy="1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1" idx="2"/>
            <a:endCxn id="14" idx="0"/>
          </p:cNvCxnSpPr>
          <p:nvPr/>
        </p:nvCxnSpPr>
        <p:spPr>
          <a:xfrm rot="5400000">
            <a:off x="1985217" y="2550696"/>
            <a:ext cx="802100" cy="954503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2"/>
            <a:endCxn id="12" idx="0"/>
          </p:cNvCxnSpPr>
          <p:nvPr/>
        </p:nvCxnSpPr>
        <p:spPr>
          <a:xfrm rot="5400000">
            <a:off x="838204" y="1700462"/>
            <a:ext cx="376992" cy="2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8" idx="2"/>
            <a:endCxn id="15" idx="0"/>
          </p:cNvCxnSpPr>
          <p:nvPr/>
        </p:nvCxnSpPr>
        <p:spPr>
          <a:xfrm rot="5400000">
            <a:off x="2402313" y="2462463"/>
            <a:ext cx="2799346" cy="1973185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2"/>
            <a:endCxn id="13" idx="0"/>
          </p:cNvCxnSpPr>
          <p:nvPr/>
        </p:nvCxnSpPr>
        <p:spPr>
          <a:xfrm rot="5400000">
            <a:off x="3331626" y="3391776"/>
            <a:ext cx="2799346" cy="114558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5" idx="2"/>
            <a:endCxn id="6" idx="0"/>
          </p:cNvCxnSpPr>
          <p:nvPr/>
        </p:nvCxnSpPr>
        <p:spPr>
          <a:xfrm rot="16200000" flipH="1">
            <a:off x="4748462" y="2835441"/>
            <a:ext cx="3344781" cy="8025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6" idx="1"/>
            <a:endCxn id="13" idx="3"/>
          </p:cNvCxnSpPr>
          <p:nvPr/>
        </p:nvCxnSpPr>
        <p:spPr>
          <a:xfrm rot="10800000" flipV="1">
            <a:off x="5085977" y="4876802"/>
            <a:ext cx="592930" cy="3368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stCxn id="7" idx="2"/>
          </p:cNvCxnSpPr>
          <p:nvPr/>
        </p:nvCxnSpPr>
        <p:spPr>
          <a:xfrm flipH="1">
            <a:off x="6646460" y="2049381"/>
            <a:ext cx="1390635" cy="2462464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2" idx="2"/>
            <a:endCxn id="14" idx="0"/>
          </p:cNvCxnSpPr>
          <p:nvPr/>
        </p:nvCxnSpPr>
        <p:spPr>
          <a:xfrm>
            <a:off x="1026699" y="2618875"/>
            <a:ext cx="882316" cy="810122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" idx="2"/>
            <a:endCxn id="15" idx="0"/>
          </p:cNvCxnSpPr>
          <p:nvPr/>
        </p:nvCxnSpPr>
        <p:spPr>
          <a:xfrm rot="16200000" flipH="1">
            <a:off x="2017297" y="4050631"/>
            <a:ext cx="689815" cy="906378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2"/>
            <a:endCxn id="10" idx="0"/>
          </p:cNvCxnSpPr>
          <p:nvPr/>
        </p:nvCxnSpPr>
        <p:spPr>
          <a:xfrm rot="16200000" flipH="1">
            <a:off x="7864643" y="2221832"/>
            <a:ext cx="1042735" cy="697831"/>
          </a:xfrm>
          <a:prstGeom prst="line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6" idx="3"/>
            <a:endCxn id="28" idx="1"/>
          </p:cNvCxnSpPr>
          <p:nvPr/>
        </p:nvCxnSpPr>
        <p:spPr>
          <a:xfrm>
            <a:off x="7170823" y="4876803"/>
            <a:ext cx="681790" cy="3368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4" name="Rounded Rectangle 3"/>
          <p:cNvSpPr/>
          <p:nvPr/>
        </p:nvSpPr>
        <p:spPr>
          <a:xfrm>
            <a:off x="2117561" y="437146"/>
            <a:ext cx="1491916" cy="7299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Plant Lines</a:t>
            </a:r>
            <a:endParaRPr lang="en-GB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670882" y="437148"/>
            <a:ext cx="1491916" cy="7299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Plant Populations</a:t>
            </a:r>
            <a:endParaRPr lang="en-GB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678907" y="4511845"/>
            <a:ext cx="1491916" cy="7299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Linkage Maps</a:t>
            </a:r>
            <a:endParaRPr lang="en-GB" b="1" dirty="0"/>
          </a:p>
        </p:txBody>
      </p:sp>
      <p:sp>
        <p:nvSpPr>
          <p:cNvPr id="7" name="Rounded Rectangle 6"/>
          <p:cNvSpPr/>
          <p:nvPr/>
        </p:nvSpPr>
        <p:spPr>
          <a:xfrm>
            <a:off x="7291137" y="1319465"/>
            <a:ext cx="1491916" cy="7299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Canonical Markers</a:t>
            </a:r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4042620" y="1319466"/>
            <a:ext cx="1491916" cy="72991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Trait Descriptors</a:t>
            </a:r>
            <a:endParaRPr lang="en-GB" b="1" dirty="0"/>
          </a:p>
        </p:txBody>
      </p:sp>
      <p:sp>
        <p:nvSpPr>
          <p:cNvPr id="9" name="Rounded Rectangle 8"/>
          <p:cNvSpPr/>
          <p:nvPr/>
        </p:nvSpPr>
        <p:spPr>
          <a:xfrm>
            <a:off x="385017" y="806114"/>
            <a:ext cx="1283368" cy="70585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Plant Trials</a:t>
            </a:r>
            <a:endParaRPr lang="en-GB" dirty="0"/>
          </a:p>
        </p:txBody>
      </p:sp>
      <p:sp>
        <p:nvSpPr>
          <p:cNvPr id="10" name="Rounded Rectangle 9"/>
          <p:cNvSpPr/>
          <p:nvPr/>
        </p:nvSpPr>
        <p:spPr>
          <a:xfrm>
            <a:off x="7988968" y="3092116"/>
            <a:ext cx="1491916" cy="10427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Marker Sequence Assignments</a:t>
            </a:r>
            <a:endParaRPr lang="en-GB" dirty="0"/>
          </a:p>
        </p:txBody>
      </p:sp>
      <p:sp>
        <p:nvSpPr>
          <p:cNvPr id="11" name="Rounded Rectangle 10"/>
          <p:cNvSpPr/>
          <p:nvPr/>
        </p:nvSpPr>
        <p:spPr>
          <a:xfrm>
            <a:off x="2117560" y="1896981"/>
            <a:ext cx="1491916" cy="729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Plant Accessions</a:t>
            </a:r>
            <a:endParaRPr lang="en-GB" dirty="0"/>
          </a:p>
        </p:txBody>
      </p:sp>
      <p:sp>
        <p:nvSpPr>
          <p:cNvPr id="12" name="Rounded Rectangle 11"/>
          <p:cNvSpPr/>
          <p:nvPr/>
        </p:nvSpPr>
        <p:spPr>
          <a:xfrm>
            <a:off x="489289" y="1888959"/>
            <a:ext cx="1074820" cy="729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Design factors</a:t>
            </a:r>
            <a:endParaRPr lang="en-GB" dirty="0"/>
          </a:p>
        </p:txBody>
      </p:sp>
      <p:sp>
        <p:nvSpPr>
          <p:cNvPr id="13" name="Rounded Rectangle 12"/>
          <p:cNvSpPr/>
          <p:nvPr/>
        </p:nvSpPr>
        <p:spPr>
          <a:xfrm>
            <a:off x="4262063" y="4848728"/>
            <a:ext cx="823914" cy="7299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QTL</a:t>
            </a:r>
            <a:endParaRPr lang="en-GB" dirty="0"/>
          </a:p>
        </p:txBody>
      </p:sp>
      <p:sp>
        <p:nvSpPr>
          <p:cNvPr id="14" name="Rounded Rectangle 13"/>
          <p:cNvSpPr/>
          <p:nvPr/>
        </p:nvSpPr>
        <p:spPr>
          <a:xfrm>
            <a:off x="1163057" y="3428997"/>
            <a:ext cx="1491916" cy="729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Scoring Units</a:t>
            </a:r>
            <a:endParaRPr lang="en-GB" dirty="0"/>
          </a:p>
        </p:txBody>
      </p:sp>
      <p:sp>
        <p:nvSpPr>
          <p:cNvPr id="15" name="Rounded Rectangle 14"/>
          <p:cNvSpPr/>
          <p:nvPr/>
        </p:nvSpPr>
        <p:spPr>
          <a:xfrm>
            <a:off x="2069435" y="4848728"/>
            <a:ext cx="1491916" cy="7299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Trait Scores</a:t>
            </a:r>
            <a:endParaRPr lang="en-GB" dirty="0"/>
          </a:p>
        </p:txBody>
      </p:sp>
      <p:sp>
        <p:nvSpPr>
          <p:cNvPr id="28" name="Rounded Rectangle 27"/>
          <p:cNvSpPr/>
          <p:nvPr/>
        </p:nvSpPr>
        <p:spPr>
          <a:xfrm>
            <a:off x="7852613" y="4848726"/>
            <a:ext cx="1491916" cy="7299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Genotype Matrices</a:t>
            </a:r>
            <a:endParaRPr lang="en-GB" dirty="0"/>
          </a:p>
        </p:txBody>
      </p:sp>
      <p:sp>
        <p:nvSpPr>
          <p:cNvPr id="30" name="Rounded Rectangle 29"/>
          <p:cNvSpPr/>
          <p:nvPr/>
        </p:nvSpPr>
        <p:spPr>
          <a:xfrm>
            <a:off x="537417" y="5817117"/>
            <a:ext cx="641684" cy="25613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ounded Rectangle 30"/>
          <p:cNvSpPr/>
          <p:nvPr/>
        </p:nvSpPr>
        <p:spPr>
          <a:xfrm>
            <a:off x="549515" y="6209731"/>
            <a:ext cx="641682" cy="210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ounded Rectangle 31"/>
          <p:cNvSpPr/>
          <p:nvPr/>
        </p:nvSpPr>
        <p:spPr>
          <a:xfrm>
            <a:off x="537417" y="6529677"/>
            <a:ext cx="653780" cy="21255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1191197" y="5760519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</a:t>
            </a:r>
            <a:r>
              <a:rPr lang="en-AU" baseline="30000" dirty="0" smtClean="0"/>
              <a:t>o</a:t>
            </a:r>
            <a:endParaRPr lang="en-AU" baseline="30000" dirty="0"/>
          </a:p>
        </p:txBody>
      </p:sp>
      <p:sp>
        <p:nvSpPr>
          <p:cNvPr id="33" name="TextBox 32"/>
          <p:cNvSpPr txBox="1"/>
          <p:nvPr/>
        </p:nvSpPr>
        <p:spPr>
          <a:xfrm>
            <a:off x="1207117" y="6103991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r>
              <a:rPr lang="en-AU" baseline="30000" dirty="0" smtClean="0"/>
              <a:t>o</a:t>
            </a:r>
            <a:endParaRPr lang="en-AU" baseline="30000" dirty="0"/>
          </a:p>
        </p:txBody>
      </p:sp>
      <p:sp>
        <p:nvSpPr>
          <p:cNvPr id="34" name="TextBox 33"/>
          <p:cNvSpPr txBox="1"/>
          <p:nvPr/>
        </p:nvSpPr>
        <p:spPr>
          <a:xfrm>
            <a:off x="1193469" y="6417895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</a:t>
            </a:r>
            <a:r>
              <a:rPr lang="en-AU" baseline="30000" dirty="0" smtClean="0"/>
              <a:t>o</a:t>
            </a:r>
            <a:endParaRPr lang="en-AU" baseline="30000" dirty="0"/>
          </a:p>
        </p:txBody>
      </p:sp>
      <p:sp>
        <p:nvSpPr>
          <p:cNvPr id="35" name="TextBox 34"/>
          <p:cNvSpPr txBox="1"/>
          <p:nvPr/>
        </p:nvSpPr>
        <p:spPr>
          <a:xfrm>
            <a:off x="232012" y="4327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3604107" y="2524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7" name="TextBox 36"/>
          <p:cNvSpPr txBox="1"/>
          <p:nvPr/>
        </p:nvSpPr>
        <p:spPr>
          <a:xfrm>
            <a:off x="7210032" y="220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5537069" y="1315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33</Words>
  <Application>Microsoft Office PowerPoint</Application>
  <PresentationFormat>A4 Paper (210x297 mm)</PresentationFormat>
  <Paragraphs>20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Rothamsted Reseach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Carion</dc:creator>
  <cp:lastModifiedBy>gking</cp:lastModifiedBy>
  <cp:revision>24</cp:revision>
  <dcterms:created xsi:type="dcterms:W3CDTF">2010-06-28T13:32:34Z</dcterms:created>
  <dcterms:modified xsi:type="dcterms:W3CDTF">2014-04-01T06:42:15Z</dcterms:modified>
</cp:coreProperties>
</file>